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59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BRIELLE PEDROSO AZEVEDO" initials="GPA" lastIdx="1" clrIdx="0">
    <p:extLst>
      <p:ext uri="{19B8F6BF-5375-455C-9EA6-DF929625EA0E}">
        <p15:presenceInfo xmlns:p15="http://schemas.microsoft.com/office/powerpoint/2012/main" userId="S-1-5-21-3001905043-358258649-1919251723-16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DCB53D-C4F8-4226-A348-7BF747A2509C}">
  <a:tblStyle styleId="{96DCB53D-C4F8-4226-A348-7BF747A250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4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aacbb91f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aacbb91f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a715632f6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a715632f6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a715632f6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a715632f6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382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aaacab02fc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aaacab02fc_1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a3e903d5e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a3e903d5e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aaacab02fc_1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aaacab02fc_1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4985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00">
              <a:alpha val="41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8817841">
            <a:off x="2605318" y="454350"/>
            <a:ext cx="3933369" cy="3933991"/>
          </a:xfrm>
          <a:custGeom>
            <a:avLst/>
            <a:gdLst/>
            <a:ahLst/>
            <a:cxnLst/>
            <a:rect l="l" t="t" r="r" b="b"/>
            <a:pathLst>
              <a:path w="208898" h="208931" extrusionOk="0">
                <a:moveTo>
                  <a:pt x="98186" y="14190"/>
                </a:moveTo>
                <a:cubicBezTo>
                  <a:pt x="99034" y="14190"/>
                  <a:pt x="99915" y="14190"/>
                  <a:pt x="100795" y="14222"/>
                </a:cubicBezTo>
                <a:lnTo>
                  <a:pt x="100632" y="19605"/>
                </a:lnTo>
                <a:cubicBezTo>
                  <a:pt x="99849" y="19572"/>
                  <a:pt x="99034" y="19572"/>
                  <a:pt x="98284" y="19572"/>
                </a:cubicBezTo>
                <a:lnTo>
                  <a:pt x="98218" y="19572"/>
                </a:lnTo>
                <a:lnTo>
                  <a:pt x="98186" y="14190"/>
                </a:lnTo>
                <a:close/>
                <a:moveTo>
                  <a:pt x="91760" y="14451"/>
                </a:moveTo>
                <a:lnTo>
                  <a:pt x="92119" y="19800"/>
                </a:lnTo>
                <a:cubicBezTo>
                  <a:pt x="91303" y="19865"/>
                  <a:pt x="90520" y="19931"/>
                  <a:pt x="89705" y="20029"/>
                </a:cubicBezTo>
                <a:lnTo>
                  <a:pt x="89150" y="14679"/>
                </a:lnTo>
                <a:cubicBezTo>
                  <a:pt x="90031" y="14581"/>
                  <a:pt x="90879" y="14516"/>
                  <a:pt x="91760" y="14451"/>
                </a:cubicBezTo>
                <a:close/>
                <a:moveTo>
                  <a:pt x="97762" y="13798"/>
                </a:moveTo>
                <a:lnTo>
                  <a:pt x="97794" y="19996"/>
                </a:lnTo>
                <a:lnTo>
                  <a:pt x="97990" y="19996"/>
                </a:lnTo>
                <a:cubicBezTo>
                  <a:pt x="98903" y="19996"/>
                  <a:pt x="99849" y="20029"/>
                  <a:pt x="100795" y="20061"/>
                </a:cubicBezTo>
                <a:lnTo>
                  <a:pt x="100991" y="20061"/>
                </a:lnTo>
                <a:lnTo>
                  <a:pt x="101187" y="13863"/>
                </a:lnTo>
                <a:lnTo>
                  <a:pt x="100991" y="13863"/>
                </a:lnTo>
                <a:cubicBezTo>
                  <a:pt x="99980" y="13798"/>
                  <a:pt x="98969" y="13798"/>
                  <a:pt x="97957" y="13798"/>
                </a:cubicBezTo>
                <a:close/>
                <a:moveTo>
                  <a:pt x="107221" y="14679"/>
                </a:moveTo>
                <a:cubicBezTo>
                  <a:pt x="108070" y="14777"/>
                  <a:pt x="108950" y="14875"/>
                  <a:pt x="109831" y="14973"/>
                </a:cubicBezTo>
                <a:lnTo>
                  <a:pt x="109113" y="20322"/>
                </a:lnTo>
                <a:cubicBezTo>
                  <a:pt x="108331" y="20224"/>
                  <a:pt x="107515" y="20126"/>
                  <a:pt x="106700" y="20061"/>
                </a:cubicBezTo>
                <a:lnTo>
                  <a:pt x="107221" y="14679"/>
                </a:lnTo>
                <a:close/>
                <a:moveTo>
                  <a:pt x="91988" y="14092"/>
                </a:moveTo>
                <a:cubicBezTo>
                  <a:pt x="90977" y="14157"/>
                  <a:pt x="89966" y="14255"/>
                  <a:pt x="88954" y="14353"/>
                </a:cubicBezTo>
                <a:lnTo>
                  <a:pt x="88759" y="14353"/>
                </a:lnTo>
                <a:lnTo>
                  <a:pt x="89411" y="20518"/>
                </a:lnTo>
                <a:lnTo>
                  <a:pt x="89542" y="20420"/>
                </a:lnTo>
                <a:cubicBezTo>
                  <a:pt x="90488" y="20322"/>
                  <a:pt x="91401" y="20257"/>
                  <a:pt x="92347" y="20192"/>
                </a:cubicBezTo>
                <a:lnTo>
                  <a:pt x="92575" y="20192"/>
                </a:lnTo>
                <a:lnTo>
                  <a:pt x="92184" y="14092"/>
                </a:lnTo>
                <a:close/>
                <a:moveTo>
                  <a:pt x="106830" y="14190"/>
                </a:moveTo>
                <a:lnTo>
                  <a:pt x="106276" y="20420"/>
                </a:lnTo>
                <a:lnTo>
                  <a:pt x="106471" y="20420"/>
                </a:lnTo>
                <a:cubicBezTo>
                  <a:pt x="107385" y="20518"/>
                  <a:pt x="108331" y="20616"/>
                  <a:pt x="109277" y="20746"/>
                </a:cubicBezTo>
                <a:lnTo>
                  <a:pt x="109472" y="20779"/>
                </a:lnTo>
                <a:lnTo>
                  <a:pt x="110223" y="14581"/>
                </a:lnTo>
                <a:lnTo>
                  <a:pt x="110027" y="14548"/>
                </a:lnTo>
                <a:cubicBezTo>
                  <a:pt x="109016" y="14418"/>
                  <a:pt x="108004" y="14288"/>
                  <a:pt x="107026" y="14190"/>
                </a:cubicBezTo>
                <a:close/>
                <a:moveTo>
                  <a:pt x="82854" y="15592"/>
                </a:moveTo>
                <a:lnTo>
                  <a:pt x="83768" y="20909"/>
                </a:lnTo>
                <a:cubicBezTo>
                  <a:pt x="82985" y="21040"/>
                  <a:pt x="82169" y="21203"/>
                  <a:pt x="81387" y="21366"/>
                </a:cubicBezTo>
                <a:lnTo>
                  <a:pt x="80277" y="16082"/>
                </a:lnTo>
                <a:lnTo>
                  <a:pt x="80245" y="16049"/>
                </a:lnTo>
                <a:cubicBezTo>
                  <a:pt x="81060" y="15853"/>
                  <a:pt x="81941" y="15690"/>
                  <a:pt x="82854" y="15592"/>
                </a:cubicBezTo>
                <a:close/>
                <a:moveTo>
                  <a:pt x="116127" y="16049"/>
                </a:moveTo>
                <a:cubicBezTo>
                  <a:pt x="117007" y="16212"/>
                  <a:pt x="117856" y="16408"/>
                  <a:pt x="118671" y="16604"/>
                </a:cubicBezTo>
                <a:lnTo>
                  <a:pt x="117464" y="21823"/>
                </a:lnTo>
                <a:cubicBezTo>
                  <a:pt x="116681" y="21660"/>
                  <a:pt x="115866" y="21464"/>
                  <a:pt x="115083" y="21301"/>
                </a:cubicBezTo>
                <a:lnTo>
                  <a:pt x="116127" y="16049"/>
                </a:lnTo>
                <a:close/>
                <a:moveTo>
                  <a:pt x="83181" y="15136"/>
                </a:moveTo>
                <a:lnTo>
                  <a:pt x="82985" y="15168"/>
                </a:lnTo>
                <a:cubicBezTo>
                  <a:pt x="81974" y="15331"/>
                  <a:pt x="80963" y="15527"/>
                  <a:pt x="80017" y="15723"/>
                </a:cubicBezTo>
                <a:lnTo>
                  <a:pt x="79788" y="15755"/>
                </a:lnTo>
                <a:lnTo>
                  <a:pt x="81060" y="21855"/>
                </a:lnTo>
                <a:lnTo>
                  <a:pt x="81289" y="21790"/>
                </a:lnTo>
                <a:cubicBezTo>
                  <a:pt x="82202" y="21627"/>
                  <a:pt x="83115" y="21431"/>
                  <a:pt x="84029" y="21268"/>
                </a:cubicBezTo>
                <a:lnTo>
                  <a:pt x="84257" y="21236"/>
                </a:lnTo>
                <a:lnTo>
                  <a:pt x="83181" y="15136"/>
                </a:lnTo>
                <a:close/>
                <a:moveTo>
                  <a:pt x="115801" y="15494"/>
                </a:moveTo>
                <a:lnTo>
                  <a:pt x="114626" y="21627"/>
                </a:lnTo>
                <a:lnTo>
                  <a:pt x="114822" y="21660"/>
                </a:lnTo>
                <a:cubicBezTo>
                  <a:pt x="115735" y="21855"/>
                  <a:pt x="116649" y="22051"/>
                  <a:pt x="117562" y="22279"/>
                </a:cubicBezTo>
                <a:lnTo>
                  <a:pt x="117758" y="22312"/>
                </a:lnTo>
                <a:lnTo>
                  <a:pt x="119160" y="16212"/>
                </a:lnTo>
                <a:lnTo>
                  <a:pt x="118965" y="16179"/>
                </a:lnTo>
                <a:cubicBezTo>
                  <a:pt x="117986" y="15951"/>
                  <a:pt x="117007" y="15723"/>
                  <a:pt x="115996" y="15527"/>
                </a:cubicBezTo>
                <a:lnTo>
                  <a:pt x="115801" y="15494"/>
                </a:lnTo>
                <a:close/>
                <a:moveTo>
                  <a:pt x="124901" y="18267"/>
                </a:moveTo>
                <a:cubicBezTo>
                  <a:pt x="125684" y="18528"/>
                  <a:pt x="126532" y="18789"/>
                  <a:pt x="127348" y="19083"/>
                </a:cubicBezTo>
                <a:lnTo>
                  <a:pt x="125586" y="24171"/>
                </a:lnTo>
                <a:cubicBezTo>
                  <a:pt x="124836" y="23910"/>
                  <a:pt x="124086" y="23649"/>
                  <a:pt x="123303" y="23421"/>
                </a:cubicBezTo>
                <a:lnTo>
                  <a:pt x="124901" y="18267"/>
                </a:lnTo>
                <a:close/>
                <a:moveTo>
                  <a:pt x="124575" y="17713"/>
                </a:moveTo>
                <a:lnTo>
                  <a:pt x="122749" y="23649"/>
                </a:lnTo>
                <a:lnTo>
                  <a:pt x="122977" y="23747"/>
                </a:lnTo>
                <a:cubicBezTo>
                  <a:pt x="123890" y="24008"/>
                  <a:pt x="124771" y="24302"/>
                  <a:pt x="125652" y="24628"/>
                </a:cubicBezTo>
                <a:lnTo>
                  <a:pt x="125847" y="24693"/>
                </a:lnTo>
                <a:lnTo>
                  <a:pt x="127805" y="18789"/>
                </a:lnTo>
                <a:lnTo>
                  <a:pt x="127609" y="18724"/>
                </a:lnTo>
                <a:cubicBezTo>
                  <a:pt x="126663" y="18398"/>
                  <a:pt x="125684" y="18071"/>
                  <a:pt x="124771" y="17778"/>
                </a:cubicBezTo>
                <a:lnTo>
                  <a:pt x="124575" y="17713"/>
                </a:lnTo>
                <a:close/>
                <a:moveTo>
                  <a:pt x="133350" y="21366"/>
                </a:moveTo>
                <a:cubicBezTo>
                  <a:pt x="134133" y="21692"/>
                  <a:pt x="134916" y="22051"/>
                  <a:pt x="135731" y="22410"/>
                </a:cubicBezTo>
                <a:lnTo>
                  <a:pt x="133448" y="27303"/>
                </a:lnTo>
                <a:cubicBezTo>
                  <a:pt x="132730" y="26977"/>
                  <a:pt x="131980" y="26618"/>
                  <a:pt x="131262" y="26324"/>
                </a:cubicBezTo>
                <a:lnTo>
                  <a:pt x="133350" y="21366"/>
                </a:lnTo>
                <a:close/>
                <a:moveTo>
                  <a:pt x="133122" y="20811"/>
                </a:moveTo>
                <a:lnTo>
                  <a:pt x="130708" y="26520"/>
                </a:lnTo>
                <a:lnTo>
                  <a:pt x="130904" y="26618"/>
                </a:lnTo>
                <a:cubicBezTo>
                  <a:pt x="131752" y="26977"/>
                  <a:pt x="132632" y="27335"/>
                  <a:pt x="133480" y="27760"/>
                </a:cubicBezTo>
                <a:lnTo>
                  <a:pt x="133644" y="27825"/>
                </a:lnTo>
                <a:lnTo>
                  <a:pt x="136253" y="22214"/>
                </a:lnTo>
                <a:lnTo>
                  <a:pt x="136090" y="22116"/>
                </a:lnTo>
                <a:cubicBezTo>
                  <a:pt x="135144" y="21725"/>
                  <a:pt x="134231" y="21301"/>
                  <a:pt x="133317" y="20909"/>
                </a:cubicBezTo>
                <a:lnTo>
                  <a:pt x="133122" y="20811"/>
                </a:lnTo>
                <a:close/>
                <a:moveTo>
                  <a:pt x="97794" y="29945"/>
                </a:moveTo>
                <a:lnTo>
                  <a:pt x="97794" y="30761"/>
                </a:lnTo>
                <a:lnTo>
                  <a:pt x="99425" y="30761"/>
                </a:lnTo>
                <a:lnTo>
                  <a:pt x="99425" y="29945"/>
                </a:lnTo>
                <a:close/>
                <a:moveTo>
                  <a:pt x="101480" y="30010"/>
                </a:moveTo>
                <a:lnTo>
                  <a:pt x="101415" y="30826"/>
                </a:lnTo>
                <a:cubicBezTo>
                  <a:pt x="101970" y="30858"/>
                  <a:pt x="102524" y="30891"/>
                  <a:pt x="103046" y="30924"/>
                </a:cubicBezTo>
                <a:lnTo>
                  <a:pt x="103111" y="30108"/>
                </a:lnTo>
                <a:lnTo>
                  <a:pt x="101480" y="30010"/>
                </a:lnTo>
                <a:close/>
                <a:moveTo>
                  <a:pt x="141440" y="25313"/>
                </a:moveTo>
                <a:cubicBezTo>
                  <a:pt x="142190" y="25704"/>
                  <a:pt x="142940" y="26161"/>
                  <a:pt x="143691" y="26585"/>
                </a:cubicBezTo>
                <a:lnTo>
                  <a:pt x="140950" y="31217"/>
                </a:lnTo>
                <a:cubicBezTo>
                  <a:pt x="140233" y="30793"/>
                  <a:pt x="139548" y="30402"/>
                  <a:pt x="138863" y="30043"/>
                </a:cubicBezTo>
                <a:lnTo>
                  <a:pt x="141440" y="25313"/>
                </a:lnTo>
                <a:close/>
                <a:moveTo>
                  <a:pt x="105166" y="30271"/>
                </a:moveTo>
                <a:lnTo>
                  <a:pt x="105069" y="31087"/>
                </a:lnTo>
                <a:cubicBezTo>
                  <a:pt x="105623" y="31152"/>
                  <a:pt x="106145" y="31217"/>
                  <a:pt x="106700" y="31282"/>
                </a:cubicBezTo>
                <a:lnTo>
                  <a:pt x="106797" y="30467"/>
                </a:lnTo>
                <a:cubicBezTo>
                  <a:pt x="106243" y="30402"/>
                  <a:pt x="105688" y="30336"/>
                  <a:pt x="105166" y="30271"/>
                </a:cubicBezTo>
                <a:close/>
                <a:moveTo>
                  <a:pt x="141277" y="24758"/>
                </a:moveTo>
                <a:lnTo>
                  <a:pt x="138308" y="30173"/>
                </a:lnTo>
                <a:lnTo>
                  <a:pt x="138471" y="30271"/>
                </a:lnTo>
                <a:cubicBezTo>
                  <a:pt x="139287" y="30728"/>
                  <a:pt x="140102" y="31185"/>
                  <a:pt x="140918" y="31674"/>
                </a:cubicBezTo>
                <a:lnTo>
                  <a:pt x="141114" y="31772"/>
                </a:lnTo>
                <a:lnTo>
                  <a:pt x="144245" y="26455"/>
                </a:lnTo>
                <a:lnTo>
                  <a:pt x="144082" y="26357"/>
                </a:lnTo>
                <a:cubicBezTo>
                  <a:pt x="143201" y="25835"/>
                  <a:pt x="142320" y="25313"/>
                  <a:pt x="141472" y="24856"/>
                </a:cubicBezTo>
                <a:lnTo>
                  <a:pt x="141277" y="24758"/>
                </a:lnTo>
                <a:close/>
                <a:moveTo>
                  <a:pt x="108820" y="30728"/>
                </a:moveTo>
                <a:lnTo>
                  <a:pt x="108689" y="31543"/>
                </a:lnTo>
                <a:cubicBezTo>
                  <a:pt x="109244" y="31641"/>
                  <a:pt x="109766" y="31707"/>
                  <a:pt x="110288" y="31804"/>
                </a:cubicBezTo>
                <a:lnTo>
                  <a:pt x="110451" y="30989"/>
                </a:lnTo>
                <a:cubicBezTo>
                  <a:pt x="109896" y="30891"/>
                  <a:pt x="109374" y="30826"/>
                  <a:pt x="108820" y="30728"/>
                </a:cubicBezTo>
                <a:close/>
                <a:moveTo>
                  <a:pt x="112441" y="31380"/>
                </a:moveTo>
                <a:lnTo>
                  <a:pt x="112310" y="32196"/>
                </a:lnTo>
                <a:cubicBezTo>
                  <a:pt x="112832" y="32294"/>
                  <a:pt x="113354" y="32392"/>
                  <a:pt x="113876" y="32522"/>
                </a:cubicBezTo>
                <a:lnTo>
                  <a:pt x="114072" y="31707"/>
                </a:lnTo>
                <a:cubicBezTo>
                  <a:pt x="113517" y="31576"/>
                  <a:pt x="112995" y="31478"/>
                  <a:pt x="112441" y="31380"/>
                </a:cubicBezTo>
                <a:close/>
                <a:moveTo>
                  <a:pt x="116061" y="32228"/>
                </a:moveTo>
                <a:lnTo>
                  <a:pt x="115866" y="33011"/>
                </a:lnTo>
                <a:cubicBezTo>
                  <a:pt x="116388" y="33142"/>
                  <a:pt x="116910" y="33272"/>
                  <a:pt x="117432" y="33403"/>
                </a:cubicBezTo>
                <a:lnTo>
                  <a:pt x="117627" y="32620"/>
                </a:lnTo>
                <a:cubicBezTo>
                  <a:pt x="117105" y="32489"/>
                  <a:pt x="116583" y="32359"/>
                  <a:pt x="116061" y="32228"/>
                </a:cubicBezTo>
                <a:close/>
                <a:moveTo>
                  <a:pt x="119617" y="33207"/>
                </a:moveTo>
                <a:lnTo>
                  <a:pt x="119356" y="33990"/>
                </a:lnTo>
                <a:cubicBezTo>
                  <a:pt x="119878" y="34153"/>
                  <a:pt x="120400" y="34316"/>
                  <a:pt x="120889" y="34479"/>
                </a:cubicBezTo>
                <a:lnTo>
                  <a:pt x="121150" y="33696"/>
                </a:lnTo>
                <a:cubicBezTo>
                  <a:pt x="120628" y="33533"/>
                  <a:pt x="120106" y="33370"/>
                  <a:pt x="119617" y="33207"/>
                </a:cubicBezTo>
                <a:close/>
                <a:moveTo>
                  <a:pt x="123107" y="34349"/>
                </a:moveTo>
                <a:lnTo>
                  <a:pt x="122814" y="35132"/>
                </a:lnTo>
                <a:cubicBezTo>
                  <a:pt x="123336" y="35295"/>
                  <a:pt x="123825" y="35490"/>
                  <a:pt x="124347" y="35686"/>
                </a:cubicBezTo>
                <a:lnTo>
                  <a:pt x="124641" y="34936"/>
                </a:lnTo>
                <a:cubicBezTo>
                  <a:pt x="124119" y="34740"/>
                  <a:pt x="123597" y="34544"/>
                  <a:pt x="123107" y="34349"/>
                </a:cubicBezTo>
                <a:close/>
                <a:moveTo>
                  <a:pt x="149105" y="30076"/>
                </a:moveTo>
                <a:cubicBezTo>
                  <a:pt x="149823" y="30565"/>
                  <a:pt x="150541" y="31054"/>
                  <a:pt x="151226" y="31576"/>
                </a:cubicBezTo>
                <a:lnTo>
                  <a:pt x="148029" y="35914"/>
                </a:lnTo>
                <a:cubicBezTo>
                  <a:pt x="147377" y="35425"/>
                  <a:pt x="146692" y="34936"/>
                  <a:pt x="146039" y="34512"/>
                </a:cubicBezTo>
                <a:lnTo>
                  <a:pt x="149105" y="30076"/>
                </a:lnTo>
                <a:close/>
                <a:moveTo>
                  <a:pt x="149008" y="29488"/>
                </a:moveTo>
                <a:lnTo>
                  <a:pt x="145485" y="34610"/>
                </a:lnTo>
                <a:lnTo>
                  <a:pt x="145648" y="34708"/>
                </a:lnTo>
                <a:cubicBezTo>
                  <a:pt x="146398" y="35229"/>
                  <a:pt x="147181" y="35784"/>
                  <a:pt x="147931" y="36339"/>
                </a:cubicBezTo>
                <a:lnTo>
                  <a:pt x="148094" y="36469"/>
                </a:lnTo>
                <a:lnTo>
                  <a:pt x="151780" y="31511"/>
                </a:lnTo>
                <a:lnTo>
                  <a:pt x="151617" y="31380"/>
                </a:lnTo>
                <a:cubicBezTo>
                  <a:pt x="150802" y="30761"/>
                  <a:pt x="149986" y="30173"/>
                  <a:pt x="149171" y="29619"/>
                </a:cubicBezTo>
                <a:lnTo>
                  <a:pt x="149008" y="29488"/>
                </a:lnTo>
                <a:close/>
                <a:moveTo>
                  <a:pt x="126532" y="35719"/>
                </a:moveTo>
                <a:lnTo>
                  <a:pt x="126206" y="36469"/>
                </a:lnTo>
                <a:cubicBezTo>
                  <a:pt x="126696" y="36665"/>
                  <a:pt x="127217" y="36893"/>
                  <a:pt x="127707" y="37089"/>
                </a:cubicBezTo>
                <a:lnTo>
                  <a:pt x="128033" y="36371"/>
                </a:lnTo>
                <a:cubicBezTo>
                  <a:pt x="127544" y="36110"/>
                  <a:pt x="127022" y="35914"/>
                  <a:pt x="126532" y="35719"/>
                </a:cubicBezTo>
                <a:close/>
                <a:moveTo>
                  <a:pt x="71952" y="26923"/>
                </a:moveTo>
                <a:lnTo>
                  <a:pt x="74634" y="35001"/>
                </a:lnTo>
                <a:cubicBezTo>
                  <a:pt x="71704" y="35978"/>
                  <a:pt x="68850" y="37140"/>
                  <a:pt x="66087" y="38478"/>
                </a:cubicBezTo>
                <a:lnTo>
                  <a:pt x="66087" y="38478"/>
                </a:lnTo>
                <a:lnTo>
                  <a:pt x="62369" y="30858"/>
                </a:lnTo>
                <a:cubicBezTo>
                  <a:pt x="65478" y="29335"/>
                  <a:pt x="68680" y="28022"/>
                  <a:pt x="71952" y="26923"/>
                </a:cubicBezTo>
                <a:close/>
                <a:moveTo>
                  <a:pt x="129892" y="37219"/>
                </a:moveTo>
                <a:lnTo>
                  <a:pt x="129533" y="37970"/>
                </a:lnTo>
                <a:cubicBezTo>
                  <a:pt x="130023" y="38198"/>
                  <a:pt x="130512" y="38426"/>
                  <a:pt x="130969" y="38687"/>
                </a:cubicBezTo>
                <a:lnTo>
                  <a:pt x="131360" y="37937"/>
                </a:lnTo>
                <a:cubicBezTo>
                  <a:pt x="130871" y="37709"/>
                  <a:pt x="130382" y="37448"/>
                  <a:pt x="129892" y="37219"/>
                </a:cubicBezTo>
                <a:close/>
                <a:moveTo>
                  <a:pt x="42177" y="34186"/>
                </a:moveTo>
                <a:lnTo>
                  <a:pt x="45570" y="38361"/>
                </a:lnTo>
                <a:cubicBezTo>
                  <a:pt x="44885" y="38915"/>
                  <a:pt x="44233" y="39470"/>
                  <a:pt x="43548" y="40025"/>
                </a:cubicBezTo>
                <a:lnTo>
                  <a:pt x="40025" y="35947"/>
                </a:lnTo>
                <a:lnTo>
                  <a:pt x="40025" y="35914"/>
                </a:lnTo>
                <a:cubicBezTo>
                  <a:pt x="40742" y="35295"/>
                  <a:pt x="41427" y="34708"/>
                  <a:pt x="42177" y="34186"/>
                </a:cubicBezTo>
                <a:close/>
                <a:moveTo>
                  <a:pt x="94340" y="38784"/>
                </a:moveTo>
                <a:cubicBezTo>
                  <a:pt x="92274" y="38890"/>
                  <a:pt x="90218" y="39096"/>
                  <a:pt x="88180" y="39398"/>
                </a:cubicBezTo>
                <a:lnTo>
                  <a:pt x="88180" y="39398"/>
                </a:lnTo>
                <a:lnTo>
                  <a:pt x="88300" y="40184"/>
                </a:lnTo>
                <a:lnTo>
                  <a:pt x="88300" y="40184"/>
                </a:lnTo>
                <a:cubicBezTo>
                  <a:pt x="90311" y="39885"/>
                  <a:pt x="92340" y="39682"/>
                  <a:pt x="94379" y="39576"/>
                </a:cubicBezTo>
                <a:lnTo>
                  <a:pt x="94379" y="39576"/>
                </a:lnTo>
                <a:lnTo>
                  <a:pt x="94340" y="38784"/>
                </a:lnTo>
                <a:close/>
                <a:moveTo>
                  <a:pt x="133187" y="38915"/>
                </a:moveTo>
                <a:lnTo>
                  <a:pt x="132763" y="39633"/>
                </a:lnTo>
                <a:cubicBezTo>
                  <a:pt x="133252" y="39894"/>
                  <a:pt x="133709" y="40155"/>
                  <a:pt x="134198" y="40416"/>
                </a:cubicBezTo>
                <a:lnTo>
                  <a:pt x="134622" y="39731"/>
                </a:lnTo>
                <a:cubicBezTo>
                  <a:pt x="134133" y="39437"/>
                  <a:pt x="133644" y="39176"/>
                  <a:pt x="133187" y="38915"/>
                </a:cubicBezTo>
                <a:close/>
                <a:moveTo>
                  <a:pt x="42210" y="33566"/>
                </a:moveTo>
                <a:lnTo>
                  <a:pt x="42047" y="33696"/>
                </a:lnTo>
                <a:cubicBezTo>
                  <a:pt x="41264" y="34316"/>
                  <a:pt x="40514" y="34968"/>
                  <a:pt x="39731" y="35654"/>
                </a:cubicBezTo>
                <a:lnTo>
                  <a:pt x="39437" y="35882"/>
                </a:lnTo>
                <a:lnTo>
                  <a:pt x="43515" y="40612"/>
                </a:lnTo>
                <a:lnTo>
                  <a:pt x="43808" y="40318"/>
                </a:lnTo>
                <a:cubicBezTo>
                  <a:pt x="44526" y="39698"/>
                  <a:pt x="45244" y="39079"/>
                  <a:pt x="45961" y="38491"/>
                </a:cubicBezTo>
                <a:lnTo>
                  <a:pt x="46124" y="38361"/>
                </a:lnTo>
                <a:lnTo>
                  <a:pt x="42210" y="33566"/>
                </a:lnTo>
                <a:close/>
                <a:moveTo>
                  <a:pt x="97659" y="38699"/>
                </a:moveTo>
                <a:cubicBezTo>
                  <a:pt x="96686" y="38699"/>
                  <a:pt x="95714" y="38721"/>
                  <a:pt x="94745" y="38765"/>
                </a:cubicBezTo>
                <a:lnTo>
                  <a:pt x="94745" y="38765"/>
                </a:lnTo>
                <a:lnTo>
                  <a:pt x="94783" y="39556"/>
                </a:lnTo>
                <a:lnTo>
                  <a:pt x="94783" y="39556"/>
                </a:lnTo>
                <a:cubicBezTo>
                  <a:pt x="95753" y="39512"/>
                  <a:pt x="96724" y="39490"/>
                  <a:pt x="97697" y="39490"/>
                </a:cubicBezTo>
                <a:cubicBezTo>
                  <a:pt x="100180" y="39490"/>
                  <a:pt x="102674" y="39634"/>
                  <a:pt x="105166" y="39927"/>
                </a:cubicBezTo>
                <a:cubicBezTo>
                  <a:pt x="107749" y="40218"/>
                  <a:pt x="110299" y="40665"/>
                  <a:pt x="112804" y="41262"/>
                </a:cubicBezTo>
                <a:lnTo>
                  <a:pt x="112804" y="41262"/>
                </a:lnTo>
                <a:lnTo>
                  <a:pt x="112990" y="40501"/>
                </a:lnTo>
                <a:lnTo>
                  <a:pt x="112990" y="40501"/>
                </a:lnTo>
                <a:cubicBezTo>
                  <a:pt x="110446" y="39895"/>
                  <a:pt x="107856" y="39440"/>
                  <a:pt x="105232" y="39144"/>
                </a:cubicBezTo>
                <a:cubicBezTo>
                  <a:pt x="102705" y="38846"/>
                  <a:pt x="100177" y="38699"/>
                  <a:pt x="97659" y="38699"/>
                </a:cubicBezTo>
                <a:close/>
                <a:moveTo>
                  <a:pt x="136318" y="40742"/>
                </a:moveTo>
                <a:lnTo>
                  <a:pt x="135927" y="41460"/>
                </a:lnTo>
                <a:cubicBezTo>
                  <a:pt x="136384" y="41721"/>
                  <a:pt x="136840" y="42014"/>
                  <a:pt x="137297" y="42308"/>
                </a:cubicBezTo>
                <a:lnTo>
                  <a:pt x="137721" y="41623"/>
                </a:lnTo>
                <a:cubicBezTo>
                  <a:pt x="137264" y="41329"/>
                  <a:pt x="136808" y="41036"/>
                  <a:pt x="136318" y="40742"/>
                </a:cubicBezTo>
                <a:close/>
                <a:moveTo>
                  <a:pt x="113437" y="40610"/>
                </a:moveTo>
                <a:lnTo>
                  <a:pt x="113253" y="41371"/>
                </a:lnTo>
                <a:lnTo>
                  <a:pt x="113253" y="41371"/>
                </a:lnTo>
                <a:cubicBezTo>
                  <a:pt x="114467" y="41670"/>
                  <a:pt x="115670" y="42004"/>
                  <a:pt x="116862" y="42372"/>
                </a:cubicBezTo>
                <a:lnTo>
                  <a:pt x="116862" y="42372"/>
                </a:lnTo>
                <a:lnTo>
                  <a:pt x="117096" y="41623"/>
                </a:lnTo>
                <a:lnTo>
                  <a:pt x="117096" y="41623"/>
                </a:lnTo>
                <a:cubicBezTo>
                  <a:pt x="115888" y="41250"/>
                  <a:pt x="114668" y="40912"/>
                  <a:pt x="113437" y="40610"/>
                </a:cubicBezTo>
                <a:close/>
                <a:moveTo>
                  <a:pt x="139450" y="42732"/>
                </a:moveTo>
                <a:lnTo>
                  <a:pt x="138993" y="43417"/>
                </a:lnTo>
                <a:cubicBezTo>
                  <a:pt x="139417" y="43711"/>
                  <a:pt x="139874" y="44037"/>
                  <a:pt x="140298" y="44363"/>
                </a:cubicBezTo>
                <a:lnTo>
                  <a:pt x="140787" y="43678"/>
                </a:lnTo>
                <a:cubicBezTo>
                  <a:pt x="140331" y="43352"/>
                  <a:pt x="139907" y="43058"/>
                  <a:pt x="139450" y="42732"/>
                </a:cubicBezTo>
                <a:close/>
                <a:moveTo>
                  <a:pt x="35327" y="40318"/>
                </a:moveTo>
                <a:lnTo>
                  <a:pt x="39111" y="44167"/>
                </a:lnTo>
                <a:cubicBezTo>
                  <a:pt x="38557" y="44722"/>
                  <a:pt x="38002" y="45309"/>
                  <a:pt x="37448" y="45896"/>
                </a:cubicBezTo>
                <a:lnTo>
                  <a:pt x="33501" y="42210"/>
                </a:lnTo>
                <a:lnTo>
                  <a:pt x="33501" y="42177"/>
                </a:lnTo>
                <a:cubicBezTo>
                  <a:pt x="34088" y="41558"/>
                  <a:pt x="34708" y="40905"/>
                  <a:pt x="35327" y="40318"/>
                </a:cubicBezTo>
                <a:close/>
                <a:moveTo>
                  <a:pt x="87786" y="39458"/>
                </a:moveTo>
                <a:cubicBezTo>
                  <a:pt x="81402" y="40445"/>
                  <a:pt x="75196" y="42386"/>
                  <a:pt x="69377" y="45218"/>
                </a:cubicBezTo>
                <a:lnTo>
                  <a:pt x="69377" y="45218"/>
                </a:lnTo>
                <a:lnTo>
                  <a:pt x="69727" y="45935"/>
                </a:lnTo>
                <a:lnTo>
                  <a:pt x="69727" y="45935"/>
                </a:lnTo>
                <a:cubicBezTo>
                  <a:pt x="75469" y="43138"/>
                  <a:pt x="81598" y="41221"/>
                  <a:pt x="87906" y="40244"/>
                </a:cubicBezTo>
                <a:lnTo>
                  <a:pt x="87906" y="40244"/>
                </a:lnTo>
                <a:lnTo>
                  <a:pt x="87786" y="39458"/>
                </a:lnTo>
                <a:close/>
                <a:moveTo>
                  <a:pt x="35327" y="39764"/>
                </a:moveTo>
                <a:lnTo>
                  <a:pt x="35197" y="39894"/>
                </a:lnTo>
                <a:cubicBezTo>
                  <a:pt x="34479" y="40612"/>
                  <a:pt x="33762" y="41329"/>
                  <a:pt x="33077" y="42080"/>
                </a:cubicBezTo>
                <a:lnTo>
                  <a:pt x="32946" y="42210"/>
                </a:lnTo>
                <a:lnTo>
                  <a:pt x="37448" y="46451"/>
                </a:lnTo>
                <a:lnTo>
                  <a:pt x="37611" y="46320"/>
                </a:lnTo>
                <a:cubicBezTo>
                  <a:pt x="38230" y="45635"/>
                  <a:pt x="38883" y="44950"/>
                  <a:pt x="39568" y="44298"/>
                </a:cubicBezTo>
                <a:lnTo>
                  <a:pt x="39698" y="44167"/>
                </a:lnTo>
                <a:lnTo>
                  <a:pt x="35327" y="39764"/>
                </a:lnTo>
                <a:close/>
                <a:moveTo>
                  <a:pt x="69012" y="45397"/>
                </a:moveTo>
                <a:lnTo>
                  <a:pt x="69012" y="45397"/>
                </a:lnTo>
                <a:cubicBezTo>
                  <a:pt x="67450" y="46169"/>
                  <a:pt x="65916" y="47006"/>
                  <a:pt x="64415" y="47906"/>
                </a:cubicBezTo>
                <a:lnTo>
                  <a:pt x="64415" y="47906"/>
                </a:lnTo>
                <a:lnTo>
                  <a:pt x="64827" y="48593"/>
                </a:lnTo>
                <a:lnTo>
                  <a:pt x="64827" y="48593"/>
                </a:lnTo>
                <a:cubicBezTo>
                  <a:pt x="66307" y="47704"/>
                  <a:pt x="67820" y="46877"/>
                  <a:pt x="69362" y="46114"/>
                </a:cubicBezTo>
                <a:lnTo>
                  <a:pt x="69362" y="46114"/>
                </a:lnTo>
                <a:lnTo>
                  <a:pt x="69012" y="45397"/>
                </a:lnTo>
                <a:close/>
                <a:moveTo>
                  <a:pt x="145321" y="47201"/>
                </a:moveTo>
                <a:lnTo>
                  <a:pt x="144767" y="47821"/>
                </a:lnTo>
                <a:cubicBezTo>
                  <a:pt x="145191" y="48180"/>
                  <a:pt x="145582" y="48506"/>
                  <a:pt x="146007" y="48865"/>
                </a:cubicBezTo>
                <a:lnTo>
                  <a:pt x="146528" y="48277"/>
                </a:lnTo>
                <a:cubicBezTo>
                  <a:pt x="146137" y="47919"/>
                  <a:pt x="145713" y="47560"/>
                  <a:pt x="145321" y="47201"/>
                </a:cubicBezTo>
                <a:close/>
                <a:moveTo>
                  <a:pt x="66512" y="10536"/>
                </a:moveTo>
                <a:lnTo>
                  <a:pt x="71823" y="26535"/>
                </a:lnTo>
                <a:lnTo>
                  <a:pt x="71823" y="26535"/>
                </a:lnTo>
                <a:cubicBezTo>
                  <a:pt x="68464" y="27662"/>
                  <a:pt x="65175" y="29008"/>
                  <a:pt x="61978" y="30565"/>
                </a:cubicBezTo>
                <a:lnTo>
                  <a:pt x="61815" y="30663"/>
                </a:lnTo>
                <a:lnTo>
                  <a:pt x="65719" y="38657"/>
                </a:lnTo>
                <a:lnTo>
                  <a:pt x="65719" y="38657"/>
                </a:lnTo>
                <a:cubicBezTo>
                  <a:pt x="59948" y="41493"/>
                  <a:pt x="54578" y="45098"/>
                  <a:pt x="49745" y="49386"/>
                </a:cubicBezTo>
                <a:lnTo>
                  <a:pt x="32620" y="30108"/>
                </a:lnTo>
                <a:cubicBezTo>
                  <a:pt x="42471" y="21366"/>
                  <a:pt x="54018" y="14712"/>
                  <a:pt x="66512" y="10536"/>
                </a:cubicBezTo>
                <a:close/>
                <a:moveTo>
                  <a:pt x="66805" y="10047"/>
                </a:moveTo>
                <a:lnTo>
                  <a:pt x="66610" y="10080"/>
                </a:lnTo>
                <a:cubicBezTo>
                  <a:pt x="53921" y="14288"/>
                  <a:pt x="42210" y="21040"/>
                  <a:pt x="32228" y="29945"/>
                </a:cubicBezTo>
                <a:lnTo>
                  <a:pt x="32065" y="30076"/>
                </a:lnTo>
                <a:lnTo>
                  <a:pt x="49745" y="49941"/>
                </a:lnTo>
                <a:lnTo>
                  <a:pt x="49908" y="49811"/>
                </a:lnTo>
                <a:cubicBezTo>
                  <a:pt x="54735" y="45503"/>
                  <a:pt x="60122" y="41885"/>
                  <a:pt x="65908" y="39042"/>
                </a:cubicBezTo>
                <a:lnTo>
                  <a:pt x="65908" y="39042"/>
                </a:lnTo>
                <a:lnTo>
                  <a:pt x="67750" y="42815"/>
                </a:lnTo>
                <a:lnTo>
                  <a:pt x="67750" y="42815"/>
                </a:lnTo>
                <a:cubicBezTo>
                  <a:pt x="66040" y="43660"/>
                  <a:pt x="64364" y="44580"/>
                  <a:pt x="62728" y="45570"/>
                </a:cubicBezTo>
                <a:lnTo>
                  <a:pt x="62565" y="45668"/>
                </a:lnTo>
                <a:lnTo>
                  <a:pt x="64051" y="48126"/>
                </a:lnTo>
                <a:lnTo>
                  <a:pt x="64051" y="48126"/>
                </a:lnTo>
                <a:cubicBezTo>
                  <a:pt x="64172" y="48053"/>
                  <a:pt x="64293" y="47979"/>
                  <a:pt x="64415" y="47906"/>
                </a:cubicBezTo>
                <a:lnTo>
                  <a:pt x="64415" y="47906"/>
                </a:lnTo>
                <a:lnTo>
                  <a:pt x="63152" y="45798"/>
                </a:lnTo>
                <a:lnTo>
                  <a:pt x="63119" y="45798"/>
                </a:lnTo>
                <a:cubicBezTo>
                  <a:pt x="64689" y="44859"/>
                  <a:pt x="66294" y="43986"/>
                  <a:pt x="67929" y="43181"/>
                </a:cubicBezTo>
                <a:lnTo>
                  <a:pt x="67929" y="43181"/>
                </a:lnTo>
                <a:lnTo>
                  <a:pt x="69012" y="45397"/>
                </a:lnTo>
                <a:lnTo>
                  <a:pt x="69012" y="45397"/>
                </a:lnTo>
                <a:cubicBezTo>
                  <a:pt x="69133" y="45337"/>
                  <a:pt x="69255" y="45277"/>
                  <a:pt x="69377" y="45218"/>
                </a:cubicBezTo>
                <a:lnTo>
                  <a:pt x="69377" y="45218"/>
                </a:lnTo>
                <a:lnTo>
                  <a:pt x="68295" y="43002"/>
                </a:lnTo>
                <a:lnTo>
                  <a:pt x="68295" y="43002"/>
                </a:lnTo>
                <a:cubicBezTo>
                  <a:pt x="74334" y="40073"/>
                  <a:pt x="80780" y="38066"/>
                  <a:pt x="87421" y="37056"/>
                </a:cubicBezTo>
                <a:lnTo>
                  <a:pt x="87786" y="39458"/>
                </a:lnTo>
                <a:lnTo>
                  <a:pt x="87786" y="39458"/>
                </a:lnTo>
                <a:cubicBezTo>
                  <a:pt x="87917" y="39438"/>
                  <a:pt x="88048" y="39418"/>
                  <a:pt x="88180" y="39398"/>
                </a:cubicBezTo>
                <a:lnTo>
                  <a:pt x="88180" y="39398"/>
                </a:lnTo>
                <a:lnTo>
                  <a:pt x="87747" y="36567"/>
                </a:lnTo>
                <a:lnTo>
                  <a:pt x="87552" y="36599"/>
                </a:lnTo>
                <a:cubicBezTo>
                  <a:pt x="80801" y="37603"/>
                  <a:pt x="74243" y="39650"/>
                  <a:pt x="68116" y="42635"/>
                </a:cubicBezTo>
                <a:lnTo>
                  <a:pt x="68116" y="42635"/>
                </a:lnTo>
                <a:lnTo>
                  <a:pt x="66275" y="38863"/>
                </a:lnTo>
                <a:lnTo>
                  <a:pt x="66275" y="38863"/>
                </a:lnTo>
                <a:cubicBezTo>
                  <a:pt x="69094" y="37498"/>
                  <a:pt x="72006" y="36316"/>
                  <a:pt x="74993" y="35327"/>
                </a:cubicBezTo>
                <a:lnTo>
                  <a:pt x="75189" y="35262"/>
                </a:lnTo>
                <a:lnTo>
                  <a:pt x="72370" y="26784"/>
                </a:lnTo>
                <a:lnTo>
                  <a:pt x="72370" y="26784"/>
                </a:lnTo>
                <a:cubicBezTo>
                  <a:pt x="79203" y="24530"/>
                  <a:pt x="86335" y="23204"/>
                  <a:pt x="93554" y="22834"/>
                </a:cubicBezTo>
                <a:lnTo>
                  <a:pt x="94340" y="38784"/>
                </a:lnTo>
                <a:lnTo>
                  <a:pt x="94340" y="38784"/>
                </a:lnTo>
                <a:cubicBezTo>
                  <a:pt x="94475" y="38777"/>
                  <a:pt x="94610" y="38771"/>
                  <a:pt x="94745" y="38765"/>
                </a:cubicBezTo>
                <a:lnTo>
                  <a:pt x="94745" y="38765"/>
                </a:lnTo>
                <a:lnTo>
                  <a:pt x="93945" y="22410"/>
                </a:lnTo>
                <a:lnTo>
                  <a:pt x="93749" y="22410"/>
                </a:lnTo>
                <a:cubicBezTo>
                  <a:pt x="86404" y="22757"/>
                  <a:pt x="79174" y="24111"/>
                  <a:pt x="72241" y="26396"/>
                </a:cubicBezTo>
                <a:lnTo>
                  <a:pt x="72241" y="26396"/>
                </a:lnTo>
                <a:lnTo>
                  <a:pt x="66805" y="10047"/>
                </a:lnTo>
                <a:close/>
                <a:moveTo>
                  <a:pt x="148062" y="49647"/>
                </a:moveTo>
                <a:lnTo>
                  <a:pt x="147507" y="50235"/>
                </a:lnTo>
                <a:cubicBezTo>
                  <a:pt x="147898" y="50593"/>
                  <a:pt x="148290" y="50985"/>
                  <a:pt x="148681" y="51344"/>
                </a:cubicBezTo>
                <a:lnTo>
                  <a:pt x="149236" y="50757"/>
                </a:lnTo>
                <a:cubicBezTo>
                  <a:pt x="148844" y="50398"/>
                  <a:pt x="148486" y="50006"/>
                  <a:pt x="148062" y="49647"/>
                </a:cubicBezTo>
                <a:close/>
                <a:moveTo>
                  <a:pt x="117486" y="41745"/>
                </a:moveTo>
                <a:lnTo>
                  <a:pt x="117253" y="42495"/>
                </a:lnTo>
                <a:lnTo>
                  <a:pt x="117253" y="42495"/>
                </a:lnTo>
                <a:cubicBezTo>
                  <a:pt x="124088" y="44658"/>
                  <a:pt x="130509" y="47958"/>
                  <a:pt x="136242" y="52244"/>
                </a:cubicBezTo>
                <a:lnTo>
                  <a:pt x="136242" y="52244"/>
                </a:lnTo>
                <a:lnTo>
                  <a:pt x="136726" y="51602"/>
                </a:lnTo>
                <a:lnTo>
                  <a:pt x="136726" y="51602"/>
                </a:lnTo>
                <a:cubicBezTo>
                  <a:pt x="130915" y="47264"/>
                  <a:pt x="124410" y="43931"/>
                  <a:pt x="117486" y="41745"/>
                </a:cubicBezTo>
                <a:close/>
                <a:moveTo>
                  <a:pt x="29293" y="47005"/>
                </a:moveTo>
                <a:lnTo>
                  <a:pt x="33435" y="50430"/>
                </a:lnTo>
                <a:cubicBezTo>
                  <a:pt x="32913" y="51050"/>
                  <a:pt x="32424" y="51702"/>
                  <a:pt x="31935" y="52322"/>
                </a:cubicBezTo>
                <a:lnTo>
                  <a:pt x="27662" y="49060"/>
                </a:lnTo>
                <a:lnTo>
                  <a:pt x="27629" y="49028"/>
                </a:lnTo>
                <a:cubicBezTo>
                  <a:pt x="28151" y="48343"/>
                  <a:pt x="28705" y="47658"/>
                  <a:pt x="29293" y="47005"/>
                </a:cubicBezTo>
                <a:close/>
                <a:moveTo>
                  <a:pt x="29227" y="46451"/>
                </a:moveTo>
                <a:lnTo>
                  <a:pt x="29097" y="46614"/>
                </a:lnTo>
                <a:cubicBezTo>
                  <a:pt x="28477" y="47364"/>
                  <a:pt x="27825" y="48147"/>
                  <a:pt x="27205" y="48962"/>
                </a:cubicBezTo>
                <a:lnTo>
                  <a:pt x="27107" y="49126"/>
                </a:lnTo>
                <a:lnTo>
                  <a:pt x="32033" y="52909"/>
                </a:lnTo>
                <a:lnTo>
                  <a:pt x="32131" y="52746"/>
                </a:lnTo>
                <a:cubicBezTo>
                  <a:pt x="32685" y="52029"/>
                  <a:pt x="33272" y="51278"/>
                  <a:pt x="33892" y="50528"/>
                </a:cubicBezTo>
                <a:lnTo>
                  <a:pt x="34023" y="50398"/>
                </a:lnTo>
                <a:lnTo>
                  <a:pt x="29227" y="46451"/>
                </a:lnTo>
                <a:close/>
                <a:moveTo>
                  <a:pt x="116877" y="24563"/>
                </a:moveTo>
                <a:lnTo>
                  <a:pt x="112990" y="40501"/>
                </a:lnTo>
                <a:lnTo>
                  <a:pt x="112990" y="40501"/>
                </a:lnTo>
                <a:cubicBezTo>
                  <a:pt x="113139" y="40537"/>
                  <a:pt x="113288" y="40573"/>
                  <a:pt x="113437" y="40610"/>
                </a:cubicBezTo>
                <a:lnTo>
                  <a:pt x="113437" y="40610"/>
                </a:lnTo>
                <a:lnTo>
                  <a:pt x="117203" y="25052"/>
                </a:lnTo>
                <a:cubicBezTo>
                  <a:pt x="127739" y="27629"/>
                  <a:pt x="137656" y="32326"/>
                  <a:pt x="146333" y="38850"/>
                </a:cubicBezTo>
                <a:lnTo>
                  <a:pt x="138448" y="49316"/>
                </a:lnTo>
                <a:lnTo>
                  <a:pt x="138448" y="49316"/>
                </a:lnTo>
                <a:cubicBezTo>
                  <a:pt x="132325" y="44747"/>
                  <a:pt x="125468" y="41228"/>
                  <a:pt x="118149" y="38948"/>
                </a:cubicBezTo>
                <a:lnTo>
                  <a:pt x="117953" y="38883"/>
                </a:lnTo>
                <a:lnTo>
                  <a:pt x="117096" y="41623"/>
                </a:lnTo>
                <a:lnTo>
                  <a:pt x="117096" y="41623"/>
                </a:lnTo>
                <a:cubicBezTo>
                  <a:pt x="117226" y="41663"/>
                  <a:pt x="117356" y="41704"/>
                  <a:pt x="117486" y="41745"/>
                </a:cubicBezTo>
                <a:lnTo>
                  <a:pt x="117486" y="41745"/>
                </a:lnTo>
                <a:lnTo>
                  <a:pt x="118214" y="39405"/>
                </a:lnTo>
                <a:cubicBezTo>
                  <a:pt x="125406" y="41670"/>
                  <a:pt x="132156" y="45140"/>
                  <a:pt x="138186" y="49664"/>
                </a:cubicBezTo>
                <a:lnTo>
                  <a:pt x="138186" y="49664"/>
                </a:lnTo>
                <a:lnTo>
                  <a:pt x="136726" y="51602"/>
                </a:lnTo>
                <a:lnTo>
                  <a:pt x="136726" y="51602"/>
                </a:lnTo>
                <a:cubicBezTo>
                  <a:pt x="136833" y="51682"/>
                  <a:pt x="136939" y="51762"/>
                  <a:pt x="137046" y="51842"/>
                </a:cubicBezTo>
                <a:lnTo>
                  <a:pt x="137046" y="51842"/>
                </a:lnTo>
                <a:lnTo>
                  <a:pt x="138503" y="49904"/>
                </a:lnTo>
                <a:lnTo>
                  <a:pt x="138503" y="49904"/>
                </a:lnTo>
                <a:cubicBezTo>
                  <a:pt x="139311" y="50517"/>
                  <a:pt x="140105" y="51149"/>
                  <a:pt x="140885" y="51800"/>
                </a:cubicBezTo>
                <a:lnTo>
                  <a:pt x="139332" y="53653"/>
                </a:lnTo>
                <a:lnTo>
                  <a:pt x="139332" y="53653"/>
                </a:lnTo>
                <a:cubicBezTo>
                  <a:pt x="139427" y="53733"/>
                  <a:pt x="139523" y="53812"/>
                  <a:pt x="139618" y="53892"/>
                </a:cubicBezTo>
                <a:lnTo>
                  <a:pt x="139618" y="53892"/>
                </a:lnTo>
                <a:lnTo>
                  <a:pt x="141440" y="51702"/>
                </a:lnTo>
                <a:lnTo>
                  <a:pt x="141309" y="51572"/>
                </a:lnTo>
                <a:cubicBezTo>
                  <a:pt x="140477" y="50879"/>
                  <a:pt x="139629" y="50206"/>
                  <a:pt x="138766" y="49554"/>
                </a:cubicBezTo>
                <a:lnTo>
                  <a:pt x="138766" y="49554"/>
                </a:lnTo>
                <a:lnTo>
                  <a:pt x="146887" y="38752"/>
                </a:lnTo>
                <a:lnTo>
                  <a:pt x="146724" y="38655"/>
                </a:lnTo>
                <a:cubicBezTo>
                  <a:pt x="137884" y="31967"/>
                  <a:pt x="127805" y="27205"/>
                  <a:pt x="117073" y="24628"/>
                </a:cubicBezTo>
                <a:lnTo>
                  <a:pt x="116877" y="24563"/>
                </a:lnTo>
                <a:close/>
                <a:moveTo>
                  <a:pt x="150704" y="52224"/>
                </a:moveTo>
                <a:lnTo>
                  <a:pt x="150117" y="52779"/>
                </a:lnTo>
                <a:cubicBezTo>
                  <a:pt x="150508" y="53170"/>
                  <a:pt x="150867" y="53562"/>
                  <a:pt x="151226" y="53953"/>
                </a:cubicBezTo>
                <a:lnTo>
                  <a:pt x="151845" y="53399"/>
                </a:lnTo>
                <a:cubicBezTo>
                  <a:pt x="151454" y="53007"/>
                  <a:pt x="151095" y="52616"/>
                  <a:pt x="150704" y="52224"/>
                </a:cubicBezTo>
                <a:close/>
                <a:moveTo>
                  <a:pt x="137046" y="51842"/>
                </a:moveTo>
                <a:lnTo>
                  <a:pt x="136562" y="52485"/>
                </a:lnTo>
                <a:lnTo>
                  <a:pt x="136562" y="52485"/>
                </a:lnTo>
                <a:cubicBezTo>
                  <a:pt x="137325" y="53063"/>
                  <a:pt x="138076" y="53659"/>
                  <a:pt x="138813" y="54272"/>
                </a:cubicBezTo>
                <a:lnTo>
                  <a:pt x="138813" y="54272"/>
                </a:lnTo>
                <a:lnTo>
                  <a:pt x="139332" y="53653"/>
                </a:lnTo>
                <a:lnTo>
                  <a:pt x="139332" y="53653"/>
                </a:lnTo>
                <a:cubicBezTo>
                  <a:pt x="138583" y="53032"/>
                  <a:pt x="137820" y="52428"/>
                  <a:pt x="137046" y="51842"/>
                </a:cubicBezTo>
                <a:close/>
                <a:moveTo>
                  <a:pt x="94783" y="39556"/>
                </a:moveTo>
                <a:lnTo>
                  <a:pt x="94783" y="39556"/>
                </a:lnTo>
                <a:cubicBezTo>
                  <a:pt x="94649" y="39562"/>
                  <a:pt x="94514" y="39569"/>
                  <a:pt x="94379" y="39576"/>
                </a:cubicBezTo>
                <a:lnTo>
                  <a:pt x="94379" y="39576"/>
                </a:lnTo>
                <a:lnTo>
                  <a:pt x="94598" y="44004"/>
                </a:lnTo>
                <a:cubicBezTo>
                  <a:pt x="92710" y="44105"/>
                  <a:pt x="90832" y="44293"/>
                  <a:pt x="88969" y="44569"/>
                </a:cubicBezTo>
                <a:lnTo>
                  <a:pt x="88969" y="44569"/>
                </a:lnTo>
                <a:lnTo>
                  <a:pt x="88300" y="40184"/>
                </a:lnTo>
                <a:lnTo>
                  <a:pt x="88300" y="40184"/>
                </a:lnTo>
                <a:cubicBezTo>
                  <a:pt x="88168" y="40203"/>
                  <a:pt x="88037" y="40223"/>
                  <a:pt x="87906" y="40244"/>
                </a:cubicBezTo>
                <a:lnTo>
                  <a:pt x="87906" y="40244"/>
                </a:lnTo>
                <a:lnTo>
                  <a:pt x="88573" y="44629"/>
                </a:lnTo>
                <a:lnTo>
                  <a:pt x="88573" y="44629"/>
                </a:lnTo>
                <a:cubicBezTo>
                  <a:pt x="82718" y="45536"/>
                  <a:pt x="77020" y="47304"/>
                  <a:pt x="71666" y="49908"/>
                </a:cubicBezTo>
                <a:lnTo>
                  <a:pt x="69727" y="45935"/>
                </a:lnTo>
                <a:lnTo>
                  <a:pt x="69727" y="45935"/>
                </a:lnTo>
                <a:cubicBezTo>
                  <a:pt x="69605" y="45994"/>
                  <a:pt x="69483" y="46054"/>
                  <a:pt x="69362" y="46114"/>
                </a:cubicBezTo>
                <a:lnTo>
                  <a:pt x="69362" y="46114"/>
                </a:lnTo>
                <a:lnTo>
                  <a:pt x="71470" y="50430"/>
                </a:lnTo>
                <a:lnTo>
                  <a:pt x="71666" y="50365"/>
                </a:lnTo>
                <a:cubicBezTo>
                  <a:pt x="77039" y="47751"/>
                  <a:pt x="82753" y="45945"/>
                  <a:pt x="88635" y="45041"/>
                </a:cubicBezTo>
                <a:lnTo>
                  <a:pt x="88635" y="45041"/>
                </a:lnTo>
                <a:lnTo>
                  <a:pt x="88889" y="46712"/>
                </a:lnTo>
                <a:cubicBezTo>
                  <a:pt x="81582" y="47853"/>
                  <a:pt x="74536" y="50365"/>
                  <a:pt x="68176" y="54182"/>
                </a:cubicBezTo>
                <a:lnTo>
                  <a:pt x="64827" y="48593"/>
                </a:lnTo>
                <a:lnTo>
                  <a:pt x="64827" y="48593"/>
                </a:lnTo>
                <a:cubicBezTo>
                  <a:pt x="64706" y="48666"/>
                  <a:pt x="64585" y="48739"/>
                  <a:pt x="64465" y="48812"/>
                </a:cubicBezTo>
                <a:lnTo>
                  <a:pt x="64465" y="48812"/>
                </a:lnTo>
                <a:lnTo>
                  <a:pt x="68045" y="54736"/>
                </a:lnTo>
                <a:lnTo>
                  <a:pt x="68208" y="54638"/>
                </a:lnTo>
                <a:cubicBezTo>
                  <a:pt x="74634" y="50757"/>
                  <a:pt x="81745" y="48180"/>
                  <a:pt x="89150" y="47070"/>
                </a:cubicBezTo>
                <a:lnTo>
                  <a:pt x="89346" y="47038"/>
                </a:lnTo>
                <a:lnTo>
                  <a:pt x="89032" y="44981"/>
                </a:lnTo>
                <a:lnTo>
                  <a:pt x="89032" y="44981"/>
                </a:lnTo>
                <a:cubicBezTo>
                  <a:pt x="90948" y="44700"/>
                  <a:pt x="92881" y="44515"/>
                  <a:pt x="94826" y="44428"/>
                </a:cubicBezTo>
                <a:lnTo>
                  <a:pt x="95022" y="44428"/>
                </a:lnTo>
                <a:lnTo>
                  <a:pt x="94783" y="39556"/>
                </a:lnTo>
                <a:close/>
                <a:moveTo>
                  <a:pt x="153216" y="54932"/>
                </a:moveTo>
                <a:lnTo>
                  <a:pt x="152628" y="55486"/>
                </a:lnTo>
                <a:cubicBezTo>
                  <a:pt x="152987" y="55878"/>
                  <a:pt x="153346" y="56302"/>
                  <a:pt x="153672" y="56693"/>
                </a:cubicBezTo>
                <a:lnTo>
                  <a:pt x="154292" y="56171"/>
                </a:lnTo>
                <a:cubicBezTo>
                  <a:pt x="153966" y="55747"/>
                  <a:pt x="153607" y="55356"/>
                  <a:pt x="153216" y="54932"/>
                </a:cubicBezTo>
                <a:close/>
                <a:moveTo>
                  <a:pt x="23943" y="54279"/>
                </a:moveTo>
                <a:lnTo>
                  <a:pt x="28412" y="57280"/>
                </a:lnTo>
                <a:cubicBezTo>
                  <a:pt x="27988" y="57933"/>
                  <a:pt x="27531" y="58618"/>
                  <a:pt x="27140" y="59303"/>
                </a:cubicBezTo>
                <a:lnTo>
                  <a:pt x="22540" y="56498"/>
                </a:lnTo>
                <a:lnTo>
                  <a:pt x="22508" y="56465"/>
                </a:lnTo>
                <a:cubicBezTo>
                  <a:pt x="22964" y="55715"/>
                  <a:pt x="23454" y="54964"/>
                  <a:pt x="23943" y="54279"/>
                </a:cubicBezTo>
                <a:close/>
                <a:moveTo>
                  <a:pt x="155597" y="57770"/>
                </a:moveTo>
                <a:lnTo>
                  <a:pt x="154977" y="58259"/>
                </a:lnTo>
                <a:cubicBezTo>
                  <a:pt x="155303" y="58683"/>
                  <a:pt x="155629" y="59140"/>
                  <a:pt x="155956" y="59564"/>
                </a:cubicBezTo>
                <a:lnTo>
                  <a:pt x="156608" y="59042"/>
                </a:lnTo>
                <a:cubicBezTo>
                  <a:pt x="156282" y="58618"/>
                  <a:pt x="155956" y="58161"/>
                  <a:pt x="155597" y="57770"/>
                </a:cubicBezTo>
                <a:close/>
                <a:moveTo>
                  <a:pt x="112804" y="41262"/>
                </a:moveTo>
                <a:lnTo>
                  <a:pt x="111658" y="45961"/>
                </a:lnTo>
                <a:lnTo>
                  <a:pt x="111854" y="45994"/>
                </a:lnTo>
                <a:cubicBezTo>
                  <a:pt x="113054" y="46284"/>
                  <a:pt x="114244" y="46612"/>
                  <a:pt x="115421" y="46976"/>
                </a:cubicBezTo>
                <a:lnTo>
                  <a:pt x="115421" y="46976"/>
                </a:lnTo>
                <a:lnTo>
                  <a:pt x="114789" y="48995"/>
                </a:lnTo>
                <a:lnTo>
                  <a:pt x="114985" y="49060"/>
                </a:lnTo>
                <a:cubicBezTo>
                  <a:pt x="122129" y="51278"/>
                  <a:pt x="128751" y="54899"/>
                  <a:pt x="134492" y="59727"/>
                </a:cubicBezTo>
                <a:lnTo>
                  <a:pt x="134655" y="59857"/>
                </a:lnTo>
                <a:lnTo>
                  <a:pt x="139102" y="54513"/>
                </a:lnTo>
                <a:lnTo>
                  <a:pt x="139102" y="54513"/>
                </a:lnTo>
                <a:cubicBezTo>
                  <a:pt x="139006" y="54432"/>
                  <a:pt x="138910" y="54352"/>
                  <a:pt x="138813" y="54272"/>
                </a:cubicBezTo>
                <a:lnTo>
                  <a:pt x="138813" y="54272"/>
                </a:lnTo>
                <a:lnTo>
                  <a:pt x="134622" y="59270"/>
                </a:lnTo>
                <a:cubicBezTo>
                  <a:pt x="128914" y="54540"/>
                  <a:pt x="122357" y="50952"/>
                  <a:pt x="115311" y="48734"/>
                </a:cubicBezTo>
                <a:lnTo>
                  <a:pt x="115819" y="47101"/>
                </a:lnTo>
                <a:lnTo>
                  <a:pt x="115819" y="47101"/>
                </a:lnTo>
                <a:cubicBezTo>
                  <a:pt x="122171" y="49117"/>
                  <a:pt x="128151" y="52206"/>
                  <a:pt x="133480" y="56237"/>
                </a:cubicBezTo>
                <a:lnTo>
                  <a:pt x="133644" y="56367"/>
                </a:lnTo>
                <a:lnTo>
                  <a:pt x="136562" y="52485"/>
                </a:lnTo>
                <a:lnTo>
                  <a:pt x="136562" y="52485"/>
                </a:lnTo>
                <a:cubicBezTo>
                  <a:pt x="136456" y="52404"/>
                  <a:pt x="136349" y="52324"/>
                  <a:pt x="136242" y="52244"/>
                </a:cubicBezTo>
                <a:lnTo>
                  <a:pt x="136242" y="52244"/>
                </a:lnTo>
                <a:lnTo>
                  <a:pt x="133578" y="55780"/>
                </a:lnTo>
                <a:cubicBezTo>
                  <a:pt x="128250" y="51791"/>
                  <a:pt x="122282" y="48717"/>
                  <a:pt x="115940" y="46712"/>
                </a:cubicBezTo>
                <a:lnTo>
                  <a:pt x="115940" y="46712"/>
                </a:lnTo>
                <a:lnTo>
                  <a:pt x="117253" y="42495"/>
                </a:lnTo>
                <a:lnTo>
                  <a:pt x="117253" y="42495"/>
                </a:lnTo>
                <a:cubicBezTo>
                  <a:pt x="117123" y="42454"/>
                  <a:pt x="116992" y="42413"/>
                  <a:pt x="116862" y="42372"/>
                </a:cubicBezTo>
                <a:lnTo>
                  <a:pt x="116862" y="42372"/>
                </a:lnTo>
                <a:lnTo>
                  <a:pt x="115542" y="46588"/>
                </a:lnTo>
                <a:lnTo>
                  <a:pt x="115542" y="46588"/>
                </a:lnTo>
                <a:cubicBezTo>
                  <a:pt x="114443" y="46249"/>
                  <a:pt x="113332" y="45942"/>
                  <a:pt x="112212" y="45668"/>
                </a:cubicBezTo>
                <a:lnTo>
                  <a:pt x="113253" y="41371"/>
                </a:lnTo>
                <a:lnTo>
                  <a:pt x="113253" y="41371"/>
                </a:lnTo>
                <a:cubicBezTo>
                  <a:pt x="113103" y="41334"/>
                  <a:pt x="112954" y="41298"/>
                  <a:pt x="112804" y="41262"/>
                </a:cubicBezTo>
                <a:close/>
                <a:moveTo>
                  <a:pt x="109440" y="0"/>
                </a:moveTo>
                <a:lnTo>
                  <a:pt x="109342" y="815"/>
                </a:lnTo>
                <a:cubicBezTo>
                  <a:pt x="120922" y="2088"/>
                  <a:pt x="132208" y="5350"/>
                  <a:pt x="142712" y="10373"/>
                </a:cubicBezTo>
                <a:lnTo>
                  <a:pt x="143071" y="10569"/>
                </a:lnTo>
                <a:lnTo>
                  <a:pt x="146626" y="3229"/>
                </a:lnTo>
                <a:cubicBezTo>
                  <a:pt x="156053" y="7829"/>
                  <a:pt x="164796" y="13733"/>
                  <a:pt x="172592" y="20746"/>
                </a:cubicBezTo>
                <a:lnTo>
                  <a:pt x="167112" y="26781"/>
                </a:lnTo>
                <a:lnTo>
                  <a:pt x="167405" y="27074"/>
                </a:lnTo>
                <a:cubicBezTo>
                  <a:pt x="168677" y="28216"/>
                  <a:pt x="169884" y="29358"/>
                  <a:pt x="171026" y="30500"/>
                </a:cubicBezTo>
                <a:cubicBezTo>
                  <a:pt x="178104" y="37578"/>
                  <a:pt x="184074" y="45603"/>
                  <a:pt x="188869" y="54345"/>
                </a:cubicBezTo>
                <a:lnTo>
                  <a:pt x="189065" y="54704"/>
                </a:lnTo>
                <a:lnTo>
                  <a:pt x="196208" y="50822"/>
                </a:lnTo>
                <a:cubicBezTo>
                  <a:pt x="197807" y="53790"/>
                  <a:pt x="199275" y="56856"/>
                  <a:pt x="200612" y="59955"/>
                </a:cubicBezTo>
                <a:lnTo>
                  <a:pt x="201362" y="59629"/>
                </a:lnTo>
                <a:cubicBezTo>
                  <a:pt x="199960" y="56367"/>
                  <a:pt x="198427" y="53170"/>
                  <a:pt x="196730" y="50071"/>
                </a:cubicBezTo>
                <a:lnTo>
                  <a:pt x="196535" y="49713"/>
                </a:lnTo>
                <a:lnTo>
                  <a:pt x="189358" y="53594"/>
                </a:lnTo>
                <a:cubicBezTo>
                  <a:pt x="184596" y="44918"/>
                  <a:pt x="178626" y="36958"/>
                  <a:pt x="171613" y="29945"/>
                </a:cubicBezTo>
                <a:cubicBezTo>
                  <a:pt x="170537" y="28869"/>
                  <a:pt x="169428" y="27792"/>
                  <a:pt x="168253" y="26748"/>
                </a:cubicBezTo>
                <a:lnTo>
                  <a:pt x="173733" y="20714"/>
                </a:lnTo>
                <a:lnTo>
                  <a:pt x="173440" y="20420"/>
                </a:lnTo>
                <a:cubicBezTo>
                  <a:pt x="165415" y="13113"/>
                  <a:pt x="156380" y="7046"/>
                  <a:pt x="146594" y="2316"/>
                </a:cubicBezTo>
                <a:lnTo>
                  <a:pt x="146235" y="2153"/>
                </a:lnTo>
                <a:lnTo>
                  <a:pt x="142712" y="9492"/>
                </a:lnTo>
                <a:cubicBezTo>
                  <a:pt x="132208" y="4502"/>
                  <a:pt x="120987" y="1272"/>
                  <a:pt x="109440" y="0"/>
                </a:cubicBezTo>
                <a:close/>
                <a:moveTo>
                  <a:pt x="173831" y="56008"/>
                </a:moveTo>
                <a:cubicBezTo>
                  <a:pt x="174321" y="56726"/>
                  <a:pt x="174777" y="57476"/>
                  <a:pt x="175201" y="58226"/>
                </a:cubicBezTo>
                <a:lnTo>
                  <a:pt x="170537" y="60934"/>
                </a:lnTo>
                <a:cubicBezTo>
                  <a:pt x="170113" y="60249"/>
                  <a:pt x="169689" y="59531"/>
                  <a:pt x="169297" y="58879"/>
                </a:cubicBezTo>
                <a:lnTo>
                  <a:pt x="173831" y="56008"/>
                </a:lnTo>
                <a:close/>
                <a:moveTo>
                  <a:pt x="173962" y="55454"/>
                </a:moveTo>
                <a:lnTo>
                  <a:pt x="168743" y="58748"/>
                </a:lnTo>
                <a:lnTo>
                  <a:pt x="168840" y="58911"/>
                </a:lnTo>
                <a:cubicBezTo>
                  <a:pt x="169330" y="59694"/>
                  <a:pt x="169819" y="60510"/>
                  <a:pt x="170308" y="61325"/>
                </a:cubicBezTo>
                <a:lnTo>
                  <a:pt x="170406" y="61488"/>
                </a:lnTo>
                <a:lnTo>
                  <a:pt x="175756" y="58357"/>
                </a:lnTo>
                <a:lnTo>
                  <a:pt x="175658" y="58194"/>
                </a:lnTo>
                <a:cubicBezTo>
                  <a:pt x="175136" y="57346"/>
                  <a:pt x="174614" y="56465"/>
                  <a:pt x="174092" y="55617"/>
                </a:cubicBezTo>
                <a:lnTo>
                  <a:pt x="173962" y="55454"/>
                </a:lnTo>
                <a:close/>
                <a:moveTo>
                  <a:pt x="157848" y="60706"/>
                </a:moveTo>
                <a:lnTo>
                  <a:pt x="157195" y="61195"/>
                </a:lnTo>
                <a:cubicBezTo>
                  <a:pt x="157489" y="61619"/>
                  <a:pt x="157815" y="62076"/>
                  <a:pt x="158108" y="62500"/>
                </a:cubicBezTo>
                <a:lnTo>
                  <a:pt x="158794" y="62043"/>
                </a:lnTo>
                <a:cubicBezTo>
                  <a:pt x="158467" y="61586"/>
                  <a:pt x="158174" y="61162"/>
                  <a:pt x="157848" y="60706"/>
                </a:cubicBezTo>
                <a:close/>
                <a:moveTo>
                  <a:pt x="139618" y="53892"/>
                </a:moveTo>
                <a:lnTo>
                  <a:pt x="139102" y="54513"/>
                </a:lnTo>
                <a:lnTo>
                  <a:pt x="139102" y="54513"/>
                </a:lnTo>
                <a:cubicBezTo>
                  <a:pt x="142093" y="57028"/>
                  <a:pt x="144866" y="59829"/>
                  <a:pt x="147377" y="62891"/>
                </a:cubicBezTo>
                <a:lnTo>
                  <a:pt x="148029" y="62402"/>
                </a:lnTo>
                <a:cubicBezTo>
                  <a:pt x="145476" y="59288"/>
                  <a:pt x="142657" y="56444"/>
                  <a:pt x="139618" y="53892"/>
                </a:cubicBezTo>
                <a:close/>
                <a:moveTo>
                  <a:pt x="99001" y="61782"/>
                </a:moveTo>
                <a:cubicBezTo>
                  <a:pt x="99327" y="61782"/>
                  <a:pt x="99686" y="61782"/>
                  <a:pt x="100013" y="61815"/>
                </a:cubicBezTo>
                <a:lnTo>
                  <a:pt x="99882" y="64131"/>
                </a:lnTo>
                <a:cubicBezTo>
                  <a:pt x="99556" y="64131"/>
                  <a:pt x="99262" y="64098"/>
                  <a:pt x="98936" y="64098"/>
                </a:cubicBezTo>
                <a:lnTo>
                  <a:pt x="99001" y="61782"/>
                </a:lnTo>
                <a:close/>
                <a:moveTo>
                  <a:pt x="95772" y="61815"/>
                </a:moveTo>
                <a:lnTo>
                  <a:pt x="95870" y="64131"/>
                </a:lnTo>
                <a:cubicBezTo>
                  <a:pt x="95544" y="64163"/>
                  <a:pt x="95250" y="64163"/>
                  <a:pt x="94924" y="64196"/>
                </a:cubicBezTo>
                <a:lnTo>
                  <a:pt x="94761" y="61880"/>
                </a:lnTo>
                <a:cubicBezTo>
                  <a:pt x="95087" y="61847"/>
                  <a:pt x="95413" y="61815"/>
                  <a:pt x="95772" y="61815"/>
                </a:cubicBezTo>
                <a:close/>
                <a:moveTo>
                  <a:pt x="98610" y="61391"/>
                </a:moveTo>
                <a:lnTo>
                  <a:pt x="98545" y="64522"/>
                </a:lnTo>
                <a:lnTo>
                  <a:pt x="98740" y="64522"/>
                </a:lnTo>
                <a:cubicBezTo>
                  <a:pt x="99164" y="64522"/>
                  <a:pt x="99621" y="64555"/>
                  <a:pt x="100045" y="64587"/>
                </a:cubicBezTo>
                <a:lnTo>
                  <a:pt x="100273" y="64587"/>
                </a:lnTo>
                <a:lnTo>
                  <a:pt x="100437" y="61423"/>
                </a:lnTo>
                <a:lnTo>
                  <a:pt x="100241" y="61423"/>
                </a:lnTo>
                <a:cubicBezTo>
                  <a:pt x="99752" y="61423"/>
                  <a:pt x="99295" y="61391"/>
                  <a:pt x="98806" y="61391"/>
                </a:cubicBezTo>
                <a:close/>
                <a:moveTo>
                  <a:pt x="95935" y="61391"/>
                </a:moveTo>
                <a:cubicBezTo>
                  <a:pt x="95478" y="61423"/>
                  <a:pt x="94989" y="61456"/>
                  <a:pt x="94500" y="61488"/>
                </a:cubicBezTo>
                <a:lnTo>
                  <a:pt x="94304" y="61488"/>
                </a:lnTo>
                <a:lnTo>
                  <a:pt x="94565" y="64620"/>
                </a:lnTo>
                <a:lnTo>
                  <a:pt x="94761" y="64620"/>
                </a:lnTo>
                <a:cubicBezTo>
                  <a:pt x="95185" y="64587"/>
                  <a:pt x="95641" y="64555"/>
                  <a:pt x="96066" y="64555"/>
                </a:cubicBezTo>
                <a:lnTo>
                  <a:pt x="96294" y="64555"/>
                </a:lnTo>
                <a:lnTo>
                  <a:pt x="96163" y="61391"/>
                </a:lnTo>
                <a:close/>
                <a:moveTo>
                  <a:pt x="91531" y="62239"/>
                </a:moveTo>
                <a:lnTo>
                  <a:pt x="91858" y="64522"/>
                </a:lnTo>
                <a:cubicBezTo>
                  <a:pt x="91531" y="64587"/>
                  <a:pt x="91238" y="64620"/>
                  <a:pt x="90944" y="64685"/>
                </a:cubicBezTo>
                <a:lnTo>
                  <a:pt x="90520" y="62402"/>
                </a:lnTo>
                <a:cubicBezTo>
                  <a:pt x="90846" y="62337"/>
                  <a:pt x="91205" y="62271"/>
                  <a:pt x="91531" y="62239"/>
                </a:cubicBezTo>
                <a:close/>
                <a:moveTo>
                  <a:pt x="91858" y="61782"/>
                </a:moveTo>
                <a:lnTo>
                  <a:pt x="91662" y="61815"/>
                </a:lnTo>
                <a:cubicBezTo>
                  <a:pt x="91205" y="61880"/>
                  <a:pt x="90716" y="61945"/>
                  <a:pt x="90259" y="62043"/>
                </a:cubicBezTo>
                <a:lnTo>
                  <a:pt x="90063" y="62076"/>
                </a:lnTo>
                <a:lnTo>
                  <a:pt x="90618" y="65174"/>
                </a:lnTo>
                <a:lnTo>
                  <a:pt x="90814" y="65142"/>
                </a:lnTo>
                <a:cubicBezTo>
                  <a:pt x="91238" y="65044"/>
                  <a:pt x="91694" y="64979"/>
                  <a:pt x="92119" y="64914"/>
                </a:cubicBezTo>
                <a:lnTo>
                  <a:pt x="92314" y="64881"/>
                </a:lnTo>
                <a:lnTo>
                  <a:pt x="91858" y="61782"/>
                </a:lnTo>
                <a:close/>
                <a:moveTo>
                  <a:pt x="87356" y="63087"/>
                </a:moveTo>
                <a:lnTo>
                  <a:pt x="87911" y="65338"/>
                </a:lnTo>
                <a:cubicBezTo>
                  <a:pt x="87617" y="65403"/>
                  <a:pt x="87323" y="65501"/>
                  <a:pt x="86997" y="65566"/>
                </a:cubicBezTo>
                <a:lnTo>
                  <a:pt x="86377" y="63348"/>
                </a:lnTo>
                <a:lnTo>
                  <a:pt x="86377" y="63315"/>
                </a:lnTo>
                <a:cubicBezTo>
                  <a:pt x="86704" y="63250"/>
                  <a:pt x="87030" y="63152"/>
                  <a:pt x="87356" y="63087"/>
                </a:cubicBezTo>
                <a:close/>
                <a:moveTo>
                  <a:pt x="159935" y="63772"/>
                </a:moveTo>
                <a:lnTo>
                  <a:pt x="159250" y="64196"/>
                </a:lnTo>
                <a:cubicBezTo>
                  <a:pt x="159544" y="64653"/>
                  <a:pt x="159837" y="65109"/>
                  <a:pt x="160098" y="65566"/>
                </a:cubicBezTo>
                <a:lnTo>
                  <a:pt x="160816" y="65142"/>
                </a:lnTo>
                <a:cubicBezTo>
                  <a:pt x="160522" y="64685"/>
                  <a:pt x="160229" y="64229"/>
                  <a:pt x="159935" y="63772"/>
                </a:cubicBezTo>
                <a:close/>
                <a:moveTo>
                  <a:pt x="87650" y="62565"/>
                </a:moveTo>
                <a:lnTo>
                  <a:pt x="87454" y="62630"/>
                </a:lnTo>
                <a:cubicBezTo>
                  <a:pt x="86997" y="62761"/>
                  <a:pt x="86541" y="62858"/>
                  <a:pt x="86051" y="62989"/>
                </a:cubicBezTo>
                <a:lnTo>
                  <a:pt x="85855" y="63054"/>
                </a:lnTo>
                <a:lnTo>
                  <a:pt x="86736" y="66088"/>
                </a:lnTo>
                <a:lnTo>
                  <a:pt x="86932" y="66023"/>
                </a:lnTo>
                <a:cubicBezTo>
                  <a:pt x="87356" y="65892"/>
                  <a:pt x="87813" y="65794"/>
                  <a:pt x="88204" y="65696"/>
                </a:cubicBezTo>
                <a:lnTo>
                  <a:pt x="88400" y="65631"/>
                </a:lnTo>
                <a:lnTo>
                  <a:pt x="87650" y="62565"/>
                </a:lnTo>
                <a:close/>
                <a:moveTo>
                  <a:pt x="19376" y="62076"/>
                </a:moveTo>
                <a:lnTo>
                  <a:pt x="24139" y="64555"/>
                </a:lnTo>
                <a:cubicBezTo>
                  <a:pt x="23747" y="65272"/>
                  <a:pt x="23388" y="65990"/>
                  <a:pt x="23030" y="66708"/>
                </a:cubicBezTo>
                <a:lnTo>
                  <a:pt x="18202" y="64392"/>
                </a:lnTo>
                <a:lnTo>
                  <a:pt x="18169" y="64359"/>
                </a:lnTo>
                <a:cubicBezTo>
                  <a:pt x="18561" y="63576"/>
                  <a:pt x="18952" y="62793"/>
                  <a:pt x="19376" y="62076"/>
                </a:cubicBezTo>
                <a:close/>
                <a:moveTo>
                  <a:pt x="83279" y="64359"/>
                </a:moveTo>
                <a:lnTo>
                  <a:pt x="84061" y="66545"/>
                </a:lnTo>
                <a:cubicBezTo>
                  <a:pt x="83768" y="66642"/>
                  <a:pt x="83474" y="66773"/>
                  <a:pt x="83181" y="66871"/>
                </a:cubicBezTo>
                <a:lnTo>
                  <a:pt x="82333" y="64685"/>
                </a:lnTo>
                <a:cubicBezTo>
                  <a:pt x="82659" y="64555"/>
                  <a:pt x="82952" y="64457"/>
                  <a:pt x="83279" y="64359"/>
                </a:cubicBezTo>
                <a:close/>
                <a:moveTo>
                  <a:pt x="19180" y="61521"/>
                </a:moveTo>
                <a:lnTo>
                  <a:pt x="19115" y="61684"/>
                </a:lnTo>
                <a:cubicBezTo>
                  <a:pt x="18626" y="62565"/>
                  <a:pt x="18169" y="63478"/>
                  <a:pt x="17745" y="64392"/>
                </a:cubicBezTo>
                <a:lnTo>
                  <a:pt x="17647" y="64587"/>
                </a:lnTo>
                <a:lnTo>
                  <a:pt x="23225" y="67262"/>
                </a:lnTo>
                <a:lnTo>
                  <a:pt x="23323" y="67099"/>
                </a:lnTo>
                <a:cubicBezTo>
                  <a:pt x="23747" y="66251"/>
                  <a:pt x="24171" y="65403"/>
                  <a:pt x="24595" y="64587"/>
                </a:cubicBezTo>
                <a:lnTo>
                  <a:pt x="24693" y="64392"/>
                </a:lnTo>
                <a:lnTo>
                  <a:pt x="19180" y="61521"/>
                </a:lnTo>
                <a:close/>
                <a:moveTo>
                  <a:pt x="83539" y="63804"/>
                </a:moveTo>
                <a:lnTo>
                  <a:pt x="83344" y="63870"/>
                </a:lnTo>
                <a:cubicBezTo>
                  <a:pt x="82887" y="64033"/>
                  <a:pt x="82430" y="64229"/>
                  <a:pt x="81974" y="64392"/>
                </a:cubicBezTo>
                <a:lnTo>
                  <a:pt x="81811" y="64457"/>
                </a:lnTo>
                <a:lnTo>
                  <a:pt x="82985" y="67393"/>
                </a:lnTo>
                <a:lnTo>
                  <a:pt x="83148" y="67327"/>
                </a:lnTo>
                <a:cubicBezTo>
                  <a:pt x="83572" y="67164"/>
                  <a:pt x="83996" y="67001"/>
                  <a:pt x="84388" y="66838"/>
                </a:cubicBezTo>
                <a:lnTo>
                  <a:pt x="84583" y="66773"/>
                </a:lnTo>
                <a:lnTo>
                  <a:pt x="83539" y="63804"/>
                </a:lnTo>
                <a:close/>
                <a:moveTo>
                  <a:pt x="178235" y="63870"/>
                </a:moveTo>
                <a:cubicBezTo>
                  <a:pt x="178626" y="64653"/>
                  <a:pt x="179018" y="65435"/>
                  <a:pt x="179377" y="66218"/>
                </a:cubicBezTo>
                <a:lnTo>
                  <a:pt x="174484" y="68469"/>
                </a:lnTo>
                <a:cubicBezTo>
                  <a:pt x="174125" y="67719"/>
                  <a:pt x="173799" y="67001"/>
                  <a:pt x="173440" y="66284"/>
                </a:cubicBezTo>
                <a:lnTo>
                  <a:pt x="178235" y="63870"/>
                </a:lnTo>
                <a:close/>
                <a:moveTo>
                  <a:pt x="79364" y="66023"/>
                </a:moveTo>
                <a:lnTo>
                  <a:pt x="80375" y="68110"/>
                </a:lnTo>
                <a:cubicBezTo>
                  <a:pt x="80082" y="68241"/>
                  <a:pt x="79821" y="68371"/>
                  <a:pt x="79527" y="68534"/>
                </a:cubicBezTo>
                <a:lnTo>
                  <a:pt x="78451" y="66479"/>
                </a:lnTo>
                <a:cubicBezTo>
                  <a:pt x="78744" y="66284"/>
                  <a:pt x="79071" y="66153"/>
                  <a:pt x="79364" y="66023"/>
                </a:cubicBezTo>
                <a:close/>
                <a:moveTo>
                  <a:pt x="158304" y="26389"/>
                </a:moveTo>
                <a:cubicBezTo>
                  <a:pt x="168710" y="34512"/>
                  <a:pt x="177322" y="44624"/>
                  <a:pt x="183715" y="56171"/>
                </a:cubicBezTo>
                <a:lnTo>
                  <a:pt x="162395" y="67910"/>
                </a:lnTo>
                <a:lnTo>
                  <a:pt x="162395" y="67910"/>
                </a:lnTo>
                <a:cubicBezTo>
                  <a:pt x="162205" y="67582"/>
                  <a:pt x="162008" y="67242"/>
                  <a:pt x="161827" y="66903"/>
                </a:cubicBezTo>
                <a:lnTo>
                  <a:pt x="161110" y="67327"/>
                </a:lnTo>
                <a:cubicBezTo>
                  <a:pt x="161313" y="67644"/>
                  <a:pt x="161501" y="67976"/>
                  <a:pt x="161683" y="68302"/>
                </a:cubicBezTo>
                <a:lnTo>
                  <a:pt x="161683" y="68302"/>
                </a:lnTo>
                <a:lnTo>
                  <a:pt x="161142" y="68600"/>
                </a:lnTo>
                <a:cubicBezTo>
                  <a:pt x="156445" y="60118"/>
                  <a:pt x="150084" y="52681"/>
                  <a:pt x="142451" y="46712"/>
                </a:cubicBezTo>
                <a:lnTo>
                  <a:pt x="142828" y="46229"/>
                </a:lnTo>
                <a:lnTo>
                  <a:pt x="142828" y="46229"/>
                </a:lnTo>
                <a:cubicBezTo>
                  <a:pt x="142956" y="46333"/>
                  <a:pt x="143082" y="46439"/>
                  <a:pt x="143201" y="46549"/>
                </a:cubicBezTo>
                <a:lnTo>
                  <a:pt x="143723" y="45896"/>
                </a:lnTo>
                <a:cubicBezTo>
                  <a:pt x="143591" y="45795"/>
                  <a:pt x="143459" y="45693"/>
                  <a:pt x="143326" y="45590"/>
                </a:cubicBezTo>
                <a:lnTo>
                  <a:pt x="143326" y="45590"/>
                </a:lnTo>
                <a:lnTo>
                  <a:pt x="158304" y="26389"/>
                </a:lnTo>
                <a:close/>
                <a:moveTo>
                  <a:pt x="178431" y="63315"/>
                </a:moveTo>
                <a:lnTo>
                  <a:pt x="172853" y="66088"/>
                </a:lnTo>
                <a:lnTo>
                  <a:pt x="172951" y="66284"/>
                </a:lnTo>
                <a:cubicBezTo>
                  <a:pt x="173407" y="67099"/>
                  <a:pt x="173799" y="67980"/>
                  <a:pt x="174190" y="68795"/>
                </a:cubicBezTo>
                <a:lnTo>
                  <a:pt x="174255" y="68991"/>
                </a:lnTo>
                <a:lnTo>
                  <a:pt x="179899" y="66414"/>
                </a:lnTo>
                <a:lnTo>
                  <a:pt x="179801" y="66251"/>
                </a:lnTo>
                <a:cubicBezTo>
                  <a:pt x="179409" y="65338"/>
                  <a:pt x="178953" y="64424"/>
                  <a:pt x="178496" y="63511"/>
                </a:cubicBezTo>
                <a:lnTo>
                  <a:pt x="178431" y="63315"/>
                </a:lnTo>
                <a:close/>
                <a:moveTo>
                  <a:pt x="79560" y="65435"/>
                </a:moveTo>
                <a:lnTo>
                  <a:pt x="79397" y="65533"/>
                </a:lnTo>
                <a:cubicBezTo>
                  <a:pt x="78940" y="65762"/>
                  <a:pt x="78516" y="65957"/>
                  <a:pt x="78092" y="66186"/>
                </a:cubicBezTo>
                <a:lnTo>
                  <a:pt x="77929" y="66284"/>
                </a:lnTo>
                <a:lnTo>
                  <a:pt x="79364" y="69056"/>
                </a:lnTo>
                <a:lnTo>
                  <a:pt x="79560" y="68958"/>
                </a:lnTo>
                <a:cubicBezTo>
                  <a:pt x="79951" y="68795"/>
                  <a:pt x="80343" y="68567"/>
                  <a:pt x="80734" y="68371"/>
                </a:cubicBezTo>
                <a:lnTo>
                  <a:pt x="80930" y="68273"/>
                </a:lnTo>
                <a:lnTo>
                  <a:pt x="79560" y="65435"/>
                </a:lnTo>
                <a:close/>
                <a:moveTo>
                  <a:pt x="158239" y="25835"/>
                </a:moveTo>
                <a:lnTo>
                  <a:pt x="143014" y="45349"/>
                </a:lnTo>
                <a:lnTo>
                  <a:pt x="143014" y="45349"/>
                </a:lnTo>
                <a:cubicBezTo>
                  <a:pt x="142820" y="45199"/>
                  <a:pt x="142622" y="45045"/>
                  <a:pt x="142418" y="44885"/>
                </a:cubicBezTo>
                <a:lnTo>
                  <a:pt x="141929" y="45537"/>
                </a:lnTo>
                <a:cubicBezTo>
                  <a:pt x="142122" y="45685"/>
                  <a:pt x="142321" y="45834"/>
                  <a:pt x="142518" y="45985"/>
                </a:cubicBezTo>
                <a:lnTo>
                  <a:pt x="142518" y="45985"/>
                </a:lnTo>
                <a:lnTo>
                  <a:pt x="142027" y="46614"/>
                </a:lnTo>
                <a:lnTo>
                  <a:pt x="141896" y="46777"/>
                </a:lnTo>
                <a:lnTo>
                  <a:pt x="142060" y="46907"/>
                </a:lnTo>
                <a:cubicBezTo>
                  <a:pt x="149758" y="52909"/>
                  <a:pt x="156151" y="60412"/>
                  <a:pt x="160881" y="68958"/>
                </a:cubicBezTo>
                <a:lnTo>
                  <a:pt x="160979" y="69121"/>
                </a:lnTo>
                <a:lnTo>
                  <a:pt x="161870" y="68633"/>
                </a:lnTo>
                <a:lnTo>
                  <a:pt x="161870" y="68633"/>
                </a:lnTo>
                <a:cubicBezTo>
                  <a:pt x="161888" y="68665"/>
                  <a:pt x="161907" y="68698"/>
                  <a:pt x="161925" y="68730"/>
                </a:cubicBezTo>
                <a:lnTo>
                  <a:pt x="162643" y="68339"/>
                </a:lnTo>
                <a:cubicBezTo>
                  <a:pt x="162624" y="68306"/>
                  <a:pt x="162605" y="68273"/>
                  <a:pt x="162586" y="68239"/>
                </a:cubicBezTo>
                <a:lnTo>
                  <a:pt x="162586" y="68239"/>
                </a:lnTo>
                <a:lnTo>
                  <a:pt x="184270" y="56335"/>
                </a:lnTo>
                <a:lnTo>
                  <a:pt x="184172" y="56139"/>
                </a:lnTo>
                <a:cubicBezTo>
                  <a:pt x="177713" y="44428"/>
                  <a:pt x="168971" y="34153"/>
                  <a:pt x="158402" y="25965"/>
                </a:cubicBezTo>
                <a:lnTo>
                  <a:pt x="158239" y="25835"/>
                </a:lnTo>
                <a:close/>
                <a:moveTo>
                  <a:pt x="97762" y="69415"/>
                </a:moveTo>
                <a:lnTo>
                  <a:pt x="97762" y="70231"/>
                </a:lnTo>
                <a:cubicBezTo>
                  <a:pt x="98316" y="70231"/>
                  <a:pt x="98838" y="70231"/>
                  <a:pt x="99393" y="70263"/>
                </a:cubicBezTo>
                <a:lnTo>
                  <a:pt x="99393" y="69448"/>
                </a:lnTo>
                <a:cubicBezTo>
                  <a:pt x="98871" y="69415"/>
                  <a:pt x="98316" y="69415"/>
                  <a:pt x="97762" y="69415"/>
                </a:cubicBezTo>
                <a:close/>
                <a:moveTo>
                  <a:pt x="75645" y="68045"/>
                </a:moveTo>
                <a:lnTo>
                  <a:pt x="76852" y="70035"/>
                </a:lnTo>
                <a:cubicBezTo>
                  <a:pt x="76591" y="70198"/>
                  <a:pt x="76330" y="70361"/>
                  <a:pt x="76070" y="70557"/>
                </a:cubicBezTo>
                <a:lnTo>
                  <a:pt x="74797" y="68600"/>
                </a:lnTo>
                <a:lnTo>
                  <a:pt x="74765" y="68600"/>
                </a:lnTo>
                <a:cubicBezTo>
                  <a:pt x="75058" y="68404"/>
                  <a:pt x="75352" y="68241"/>
                  <a:pt x="75645" y="68045"/>
                </a:cubicBezTo>
                <a:close/>
                <a:moveTo>
                  <a:pt x="94010" y="69611"/>
                </a:moveTo>
                <a:cubicBezTo>
                  <a:pt x="93489" y="69676"/>
                  <a:pt x="92934" y="69741"/>
                  <a:pt x="92379" y="69807"/>
                </a:cubicBezTo>
                <a:lnTo>
                  <a:pt x="92510" y="70622"/>
                </a:lnTo>
                <a:cubicBezTo>
                  <a:pt x="93064" y="70557"/>
                  <a:pt x="93586" y="70459"/>
                  <a:pt x="94108" y="70426"/>
                </a:cubicBezTo>
                <a:lnTo>
                  <a:pt x="94010" y="69611"/>
                </a:lnTo>
                <a:close/>
                <a:moveTo>
                  <a:pt x="103144" y="69807"/>
                </a:moveTo>
                <a:lnTo>
                  <a:pt x="103014" y="70622"/>
                </a:lnTo>
                <a:cubicBezTo>
                  <a:pt x="103535" y="70720"/>
                  <a:pt x="104090" y="70818"/>
                  <a:pt x="104612" y="70916"/>
                </a:cubicBezTo>
                <a:lnTo>
                  <a:pt x="104775" y="70100"/>
                </a:lnTo>
                <a:cubicBezTo>
                  <a:pt x="104220" y="70002"/>
                  <a:pt x="103666" y="69904"/>
                  <a:pt x="103144" y="69807"/>
                </a:cubicBezTo>
                <a:close/>
                <a:moveTo>
                  <a:pt x="75776" y="67523"/>
                </a:moveTo>
                <a:lnTo>
                  <a:pt x="75613" y="67621"/>
                </a:lnTo>
                <a:cubicBezTo>
                  <a:pt x="75189" y="67882"/>
                  <a:pt x="74797" y="68143"/>
                  <a:pt x="74373" y="68404"/>
                </a:cubicBezTo>
                <a:lnTo>
                  <a:pt x="74210" y="68502"/>
                </a:lnTo>
                <a:lnTo>
                  <a:pt x="75972" y="71111"/>
                </a:lnTo>
                <a:lnTo>
                  <a:pt x="76135" y="71013"/>
                </a:lnTo>
                <a:cubicBezTo>
                  <a:pt x="76494" y="70785"/>
                  <a:pt x="76852" y="70524"/>
                  <a:pt x="77244" y="70296"/>
                </a:cubicBezTo>
                <a:lnTo>
                  <a:pt x="77407" y="70198"/>
                </a:lnTo>
                <a:lnTo>
                  <a:pt x="75776" y="67523"/>
                </a:lnTo>
                <a:close/>
                <a:moveTo>
                  <a:pt x="88726" y="70622"/>
                </a:moveTo>
                <a:cubicBezTo>
                  <a:pt x="88171" y="70752"/>
                  <a:pt x="87650" y="70916"/>
                  <a:pt x="87128" y="71079"/>
                </a:cubicBezTo>
                <a:lnTo>
                  <a:pt x="87389" y="71862"/>
                </a:lnTo>
                <a:cubicBezTo>
                  <a:pt x="87911" y="71698"/>
                  <a:pt x="88432" y="71535"/>
                  <a:pt x="88922" y="71405"/>
                </a:cubicBezTo>
                <a:lnTo>
                  <a:pt x="88726" y="70622"/>
                </a:lnTo>
                <a:close/>
                <a:moveTo>
                  <a:pt x="163621" y="70165"/>
                </a:moveTo>
                <a:lnTo>
                  <a:pt x="162871" y="70557"/>
                </a:lnTo>
                <a:cubicBezTo>
                  <a:pt x="163132" y="71013"/>
                  <a:pt x="163360" y="71503"/>
                  <a:pt x="163621" y="71992"/>
                </a:cubicBezTo>
                <a:lnTo>
                  <a:pt x="164339" y="71633"/>
                </a:lnTo>
                <a:cubicBezTo>
                  <a:pt x="164111" y="71144"/>
                  <a:pt x="163850" y="70655"/>
                  <a:pt x="163621" y="70165"/>
                </a:cubicBezTo>
                <a:close/>
                <a:moveTo>
                  <a:pt x="108363" y="71079"/>
                </a:moveTo>
                <a:lnTo>
                  <a:pt x="108135" y="71862"/>
                </a:lnTo>
                <a:cubicBezTo>
                  <a:pt x="108624" y="72025"/>
                  <a:pt x="109146" y="72188"/>
                  <a:pt x="109668" y="72383"/>
                </a:cubicBezTo>
                <a:lnTo>
                  <a:pt x="109962" y="71633"/>
                </a:lnTo>
                <a:cubicBezTo>
                  <a:pt x="109440" y="71438"/>
                  <a:pt x="108918" y="71242"/>
                  <a:pt x="108363" y="71079"/>
                </a:cubicBezTo>
                <a:close/>
                <a:moveTo>
                  <a:pt x="72155" y="70492"/>
                </a:moveTo>
                <a:lnTo>
                  <a:pt x="73558" y="72351"/>
                </a:lnTo>
                <a:lnTo>
                  <a:pt x="73475" y="72415"/>
                </a:lnTo>
                <a:lnTo>
                  <a:pt x="73475" y="72415"/>
                </a:lnTo>
                <a:lnTo>
                  <a:pt x="72035" y="70575"/>
                </a:lnTo>
                <a:lnTo>
                  <a:pt x="72035" y="70575"/>
                </a:lnTo>
                <a:cubicBezTo>
                  <a:pt x="72074" y="70546"/>
                  <a:pt x="72114" y="70519"/>
                  <a:pt x="72155" y="70492"/>
                </a:cubicBezTo>
                <a:close/>
                <a:moveTo>
                  <a:pt x="71724" y="70813"/>
                </a:moveTo>
                <a:lnTo>
                  <a:pt x="73167" y="72653"/>
                </a:lnTo>
                <a:lnTo>
                  <a:pt x="73167" y="72653"/>
                </a:lnTo>
                <a:lnTo>
                  <a:pt x="72840" y="72905"/>
                </a:lnTo>
                <a:lnTo>
                  <a:pt x="71372" y="71111"/>
                </a:lnTo>
                <a:cubicBezTo>
                  <a:pt x="71482" y="71017"/>
                  <a:pt x="71599" y="70915"/>
                  <a:pt x="71724" y="70813"/>
                </a:cubicBezTo>
                <a:close/>
                <a:moveTo>
                  <a:pt x="207071" y="69382"/>
                </a:moveTo>
                <a:lnTo>
                  <a:pt x="202732" y="69970"/>
                </a:lnTo>
                <a:lnTo>
                  <a:pt x="205375" y="73232"/>
                </a:lnTo>
                <a:lnTo>
                  <a:pt x="207071" y="69382"/>
                </a:lnTo>
                <a:close/>
                <a:moveTo>
                  <a:pt x="83637" y="72449"/>
                </a:moveTo>
                <a:cubicBezTo>
                  <a:pt x="83148" y="72644"/>
                  <a:pt x="82626" y="72905"/>
                  <a:pt x="82137" y="73166"/>
                </a:cubicBezTo>
                <a:lnTo>
                  <a:pt x="82528" y="73884"/>
                </a:lnTo>
                <a:lnTo>
                  <a:pt x="82528" y="73851"/>
                </a:lnTo>
                <a:cubicBezTo>
                  <a:pt x="83018" y="73623"/>
                  <a:pt x="83507" y="73395"/>
                  <a:pt x="83964" y="73166"/>
                </a:cubicBezTo>
                <a:lnTo>
                  <a:pt x="83637" y="72449"/>
                </a:lnTo>
                <a:close/>
                <a:moveTo>
                  <a:pt x="28804" y="61203"/>
                </a:moveTo>
                <a:lnTo>
                  <a:pt x="36045" y="65696"/>
                </a:lnTo>
                <a:cubicBezTo>
                  <a:pt x="34397" y="68341"/>
                  <a:pt x="32932" y="71084"/>
                  <a:pt x="31653" y="73908"/>
                </a:cubicBezTo>
                <a:lnTo>
                  <a:pt x="31653" y="73908"/>
                </a:lnTo>
                <a:lnTo>
                  <a:pt x="23878" y="70426"/>
                </a:lnTo>
                <a:lnTo>
                  <a:pt x="23910" y="70426"/>
                </a:lnTo>
                <a:cubicBezTo>
                  <a:pt x="25340" y="67242"/>
                  <a:pt x="26976" y="64161"/>
                  <a:pt x="28804" y="61203"/>
                </a:cubicBezTo>
                <a:close/>
                <a:moveTo>
                  <a:pt x="15592" y="70231"/>
                </a:moveTo>
                <a:lnTo>
                  <a:pt x="20616" y="72253"/>
                </a:lnTo>
                <a:cubicBezTo>
                  <a:pt x="20290" y="73003"/>
                  <a:pt x="20029" y="73754"/>
                  <a:pt x="19735" y="74504"/>
                </a:cubicBezTo>
                <a:lnTo>
                  <a:pt x="14679" y="72677"/>
                </a:lnTo>
                <a:lnTo>
                  <a:pt x="14646" y="72644"/>
                </a:lnTo>
                <a:cubicBezTo>
                  <a:pt x="14940" y="71829"/>
                  <a:pt x="15266" y="71013"/>
                  <a:pt x="15592" y="70231"/>
                </a:cubicBezTo>
                <a:close/>
                <a:moveTo>
                  <a:pt x="113354" y="73134"/>
                </a:moveTo>
                <a:lnTo>
                  <a:pt x="112995" y="73851"/>
                </a:lnTo>
                <a:cubicBezTo>
                  <a:pt x="113485" y="74112"/>
                  <a:pt x="113941" y="74373"/>
                  <a:pt x="114430" y="74634"/>
                </a:cubicBezTo>
                <a:lnTo>
                  <a:pt x="114822" y="73917"/>
                </a:lnTo>
                <a:cubicBezTo>
                  <a:pt x="114333" y="73656"/>
                  <a:pt x="113843" y="73395"/>
                  <a:pt x="113354" y="73134"/>
                </a:cubicBezTo>
                <a:close/>
                <a:moveTo>
                  <a:pt x="15364" y="69709"/>
                </a:moveTo>
                <a:lnTo>
                  <a:pt x="15299" y="69904"/>
                </a:lnTo>
                <a:cubicBezTo>
                  <a:pt x="14940" y="70818"/>
                  <a:pt x="14581" y="71764"/>
                  <a:pt x="14222" y="72710"/>
                </a:cubicBezTo>
                <a:lnTo>
                  <a:pt x="14157" y="72905"/>
                </a:lnTo>
                <a:lnTo>
                  <a:pt x="19996" y="75026"/>
                </a:lnTo>
                <a:lnTo>
                  <a:pt x="20061" y="74830"/>
                </a:lnTo>
                <a:cubicBezTo>
                  <a:pt x="20355" y="73949"/>
                  <a:pt x="20714" y="73068"/>
                  <a:pt x="21040" y="72220"/>
                </a:cubicBezTo>
                <a:lnTo>
                  <a:pt x="21138" y="72025"/>
                </a:lnTo>
                <a:lnTo>
                  <a:pt x="15364" y="69709"/>
                </a:lnTo>
                <a:close/>
                <a:moveTo>
                  <a:pt x="126076" y="72677"/>
                </a:moveTo>
                <a:cubicBezTo>
                  <a:pt x="126337" y="72905"/>
                  <a:pt x="126598" y="73134"/>
                  <a:pt x="126826" y="73362"/>
                </a:cubicBezTo>
                <a:lnTo>
                  <a:pt x="125195" y="75058"/>
                </a:lnTo>
                <a:cubicBezTo>
                  <a:pt x="124967" y="74830"/>
                  <a:pt x="124738" y="74602"/>
                  <a:pt x="124510" y="74406"/>
                </a:cubicBezTo>
                <a:lnTo>
                  <a:pt x="126076" y="72677"/>
                </a:lnTo>
                <a:close/>
                <a:moveTo>
                  <a:pt x="165220" y="73493"/>
                </a:moveTo>
                <a:lnTo>
                  <a:pt x="164469" y="73851"/>
                </a:lnTo>
                <a:cubicBezTo>
                  <a:pt x="164698" y="74341"/>
                  <a:pt x="164893" y="74830"/>
                  <a:pt x="165122" y="75319"/>
                </a:cubicBezTo>
                <a:lnTo>
                  <a:pt x="165872" y="75026"/>
                </a:lnTo>
                <a:cubicBezTo>
                  <a:pt x="165644" y="74504"/>
                  <a:pt x="165448" y="74014"/>
                  <a:pt x="165220" y="73493"/>
                </a:cubicBezTo>
                <a:close/>
                <a:moveTo>
                  <a:pt x="68893" y="73232"/>
                </a:moveTo>
                <a:lnTo>
                  <a:pt x="70492" y="74928"/>
                </a:lnTo>
                <a:cubicBezTo>
                  <a:pt x="70296" y="75156"/>
                  <a:pt x="70067" y="75352"/>
                  <a:pt x="69839" y="75580"/>
                </a:cubicBezTo>
                <a:lnTo>
                  <a:pt x="68208" y="73949"/>
                </a:lnTo>
                <a:lnTo>
                  <a:pt x="68176" y="73949"/>
                </a:lnTo>
                <a:cubicBezTo>
                  <a:pt x="68404" y="73721"/>
                  <a:pt x="68665" y="73493"/>
                  <a:pt x="68893" y="73232"/>
                </a:cubicBezTo>
                <a:close/>
                <a:moveTo>
                  <a:pt x="126043" y="72123"/>
                </a:moveTo>
                <a:lnTo>
                  <a:pt x="123923" y="74439"/>
                </a:lnTo>
                <a:lnTo>
                  <a:pt x="124086" y="74602"/>
                </a:lnTo>
                <a:cubicBezTo>
                  <a:pt x="124412" y="74895"/>
                  <a:pt x="124738" y="75189"/>
                  <a:pt x="125065" y="75482"/>
                </a:cubicBezTo>
                <a:lnTo>
                  <a:pt x="125195" y="75645"/>
                </a:lnTo>
                <a:lnTo>
                  <a:pt x="127381" y="73362"/>
                </a:lnTo>
                <a:lnTo>
                  <a:pt x="127250" y="73232"/>
                </a:lnTo>
                <a:cubicBezTo>
                  <a:pt x="126891" y="72905"/>
                  <a:pt x="126565" y="72579"/>
                  <a:pt x="126206" y="72253"/>
                </a:cubicBezTo>
                <a:lnTo>
                  <a:pt x="126043" y="72123"/>
                </a:lnTo>
                <a:close/>
                <a:moveTo>
                  <a:pt x="68926" y="72677"/>
                </a:moveTo>
                <a:lnTo>
                  <a:pt x="68795" y="72808"/>
                </a:lnTo>
                <a:cubicBezTo>
                  <a:pt x="68436" y="73134"/>
                  <a:pt x="68110" y="73460"/>
                  <a:pt x="67784" y="73786"/>
                </a:cubicBezTo>
                <a:lnTo>
                  <a:pt x="67621" y="73949"/>
                </a:lnTo>
                <a:lnTo>
                  <a:pt x="69839" y="76167"/>
                </a:lnTo>
                <a:lnTo>
                  <a:pt x="70002" y="76004"/>
                </a:lnTo>
                <a:cubicBezTo>
                  <a:pt x="70328" y="75711"/>
                  <a:pt x="70622" y="75385"/>
                  <a:pt x="70916" y="75091"/>
                </a:cubicBezTo>
                <a:lnTo>
                  <a:pt x="71079" y="74960"/>
                </a:lnTo>
                <a:lnTo>
                  <a:pt x="68926" y="72677"/>
                </a:lnTo>
                <a:close/>
                <a:moveTo>
                  <a:pt x="181823" y="72123"/>
                </a:moveTo>
                <a:cubicBezTo>
                  <a:pt x="182117" y="72938"/>
                  <a:pt x="182443" y="73754"/>
                  <a:pt x="182704" y="74569"/>
                </a:cubicBezTo>
                <a:lnTo>
                  <a:pt x="177615" y="76265"/>
                </a:lnTo>
                <a:cubicBezTo>
                  <a:pt x="177354" y="75515"/>
                  <a:pt x="177061" y="74765"/>
                  <a:pt x="176800" y="73982"/>
                </a:cubicBezTo>
                <a:lnTo>
                  <a:pt x="181823" y="72123"/>
                </a:lnTo>
                <a:close/>
                <a:moveTo>
                  <a:pt x="78907" y="75026"/>
                </a:moveTo>
                <a:cubicBezTo>
                  <a:pt x="78451" y="75319"/>
                  <a:pt x="77994" y="75645"/>
                  <a:pt x="77537" y="75972"/>
                </a:cubicBezTo>
                <a:lnTo>
                  <a:pt x="78027" y="76624"/>
                </a:lnTo>
                <a:lnTo>
                  <a:pt x="78059" y="76624"/>
                </a:lnTo>
                <a:cubicBezTo>
                  <a:pt x="78483" y="76298"/>
                  <a:pt x="78940" y="76004"/>
                  <a:pt x="79364" y="75711"/>
                </a:cubicBezTo>
                <a:lnTo>
                  <a:pt x="78907" y="75026"/>
                </a:lnTo>
                <a:close/>
                <a:moveTo>
                  <a:pt x="182051" y="71568"/>
                </a:moveTo>
                <a:lnTo>
                  <a:pt x="176245" y="73754"/>
                </a:lnTo>
                <a:lnTo>
                  <a:pt x="176343" y="73949"/>
                </a:lnTo>
                <a:cubicBezTo>
                  <a:pt x="176669" y="74830"/>
                  <a:pt x="176995" y="75711"/>
                  <a:pt x="177289" y="76591"/>
                </a:cubicBezTo>
                <a:lnTo>
                  <a:pt x="177354" y="76787"/>
                </a:lnTo>
                <a:lnTo>
                  <a:pt x="183226" y="74830"/>
                </a:lnTo>
                <a:lnTo>
                  <a:pt x="183161" y="74634"/>
                </a:lnTo>
                <a:cubicBezTo>
                  <a:pt x="182834" y="73688"/>
                  <a:pt x="182508" y="72742"/>
                  <a:pt x="182149" y="71764"/>
                </a:cubicBezTo>
                <a:lnTo>
                  <a:pt x="182051" y="71568"/>
                </a:lnTo>
                <a:close/>
                <a:moveTo>
                  <a:pt x="53563" y="56037"/>
                </a:moveTo>
                <a:cubicBezTo>
                  <a:pt x="47132" y="61961"/>
                  <a:pt x="42013" y="69087"/>
                  <a:pt x="38459" y="76956"/>
                </a:cubicBezTo>
                <a:lnTo>
                  <a:pt x="38459" y="76956"/>
                </a:lnTo>
                <a:lnTo>
                  <a:pt x="39214" y="77294"/>
                </a:lnTo>
                <a:lnTo>
                  <a:pt x="39214" y="77294"/>
                </a:lnTo>
                <a:cubicBezTo>
                  <a:pt x="42720" y="69521"/>
                  <a:pt x="47767" y="62485"/>
                  <a:pt x="54113" y="56634"/>
                </a:cubicBezTo>
                <a:lnTo>
                  <a:pt x="54113" y="56634"/>
                </a:lnTo>
                <a:lnTo>
                  <a:pt x="53563" y="56037"/>
                </a:lnTo>
                <a:close/>
                <a:moveTo>
                  <a:pt x="117953" y="75939"/>
                </a:moveTo>
                <a:lnTo>
                  <a:pt x="117497" y="76624"/>
                </a:lnTo>
                <a:cubicBezTo>
                  <a:pt x="117921" y="76918"/>
                  <a:pt x="118377" y="77244"/>
                  <a:pt x="118769" y="77603"/>
                </a:cubicBezTo>
                <a:lnTo>
                  <a:pt x="119291" y="76950"/>
                </a:lnTo>
                <a:cubicBezTo>
                  <a:pt x="118834" y="76624"/>
                  <a:pt x="118410" y="76265"/>
                  <a:pt x="117953" y="75939"/>
                </a:cubicBezTo>
                <a:close/>
                <a:moveTo>
                  <a:pt x="129044" y="75711"/>
                </a:moveTo>
                <a:cubicBezTo>
                  <a:pt x="129273" y="75972"/>
                  <a:pt x="129501" y="76200"/>
                  <a:pt x="129729" y="76461"/>
                </a:cubicBezTo>
                <a:lnTo>
                  <a:pt x="127935" y="77961"/>
                </a:lnTo>
                <a:cubicBezTo>
                  <a:pt x="127739" y="77733"/>
                  <a:pt x="127544" y="77505"/>
                  <a:pt x="127315" y="77276"/>
                </a:cubicBezTo>
                <a:lnTo>
                  <a:pt x="129044" y="75711"/>
                </a:lnTo>
                <a:close/>
                <a:moveTo>
                  <a:pt x="207789" y="74569"/>
                </a:moveTo>
                <a:lnTo>
                  <a:pt x="203417" y="75156"/>
                </a:lnTo>
                <a:lnTo>
                  <a:pt x="206060" y="78418"/>
                </a:lnTo>
                <a:lnTo>
                  <a:pt x="207789" y="74569"/>
                </a:lnTo>
                <a:close/>
                <a:moveTo>
                  <a:pt x="129077" y="75124"/>
                </a:moveTo>
                <a:lnTo>
                  <a:pt x="126761" y="77244"/>
                </a:lnTo>
                <a:lnTo>
                  <a:pt x="126891" y="77407"/>
                </a:lnTo>
                <a:cubicBezTo>
                  <a:pt x="127185" y="77733"/>
                  <a:pt x="127478" y="78059"/>
                  <a:pt x="127772" y="78386"/>
                </a:cubicBezTo>
                <a:lnTo>
                  <a:pt x="127902" y="78549"/>
                </a:lnTo>
                <a:lnTo>
                  <a:pt x="130284" y="76526"/>
                </a:lnTo>
                <a:lnTo>
                  <a:pt x="130153" y="76363"/>
                </a:lnTo>
                <a:cubicBezTo>
                  <a:pt x="129860" y="76004"/>
                  <a:pt x="129533" y="75645"/>
                  <a:pt x="129207" y="75287"/>
                </a:cubicBezTo>
                <a:lnTo>
                  <a:pt x="129077" y="75124"/>
                </a:lnTo>
                <a:close/>
                <a:moveTo>
                  <a:pt x="166622" y="76918"/>
                </a:moveTo>
                <a:lnTo>
                  <a:pt x="165872" y="77211"/>
                </a:lnTo>
                <a:cubicBezTo>
                  <a:pt x="166068" y="77701"/>
                  <a:pt x="166263" y="78222"/>
                  <a:pt x="166459" y="78712"/>
                </a:cubicBezTo>
                <a:lnTo>
                  <a:pt x="167209" y="78451"/>
                </a:lnTo>
                <a:cubicBezTo>
                  <a:pt x="167046" y="77929"/>
                  <a:pt x="166851" y="77407"/>
                  <a:pt x="166622" y="76918"/>
                </a:cubicBezTo>
                <a:close/>
                <a:moveTo>
                  <a:pt x="54416" y="56356"/>
                </a:moveTo>
                <a:lnTo>
                  <a:pt x="54416" y="56356"/>
                </a:lnTo>
                <a:cubicBezTo>
                  <a:pt x="54315" y="56448"/>
                  <a:pt x="54214" y="56541"/>
                  <a:pt x="54113" y="56634"/>
                </a:cubicBezTo>
                <a:lnTo>
                  <a:pt x="54113" y="56634"/>
                </a:lnTo>
                <a:lnTo>
                  <a:pt x="57117" y="59890"/>
                </a:lnTo>
                <a:cubicBezTo>
                  <a:pt x="56563" y="60412"/>
                  <a:pt x="56008" y="60934"/>
                  <a:pt x="55486" y="61456"/>
                </a:cubicBezTo>
                <a:cubicBezTo>
                  <a:pt x="50365" y="66545"/>
                  <a:pt x="46222" y="72547"/>
                  <a:pt x="43254" y="79103"/>
                </a:cubicBezTo>
                <a:lnTo>
                  <a:pt x="39214" y="77294"/>
                </a:lnTo>
                <a:lnTo>
                  <a:pt x="39214" y="77294"/>
                </a:lnTo>
                <a:cubicBezTo>
                  <a:pt x="39159" y="77414"/>
                  <a:pt x="39106" y="77534"/>
                  <a:pt x="39052" y="77655"/>
                </a:cubicBezTo>
                <a:lnTo>
                  <a:pt x="39052" y="77655"/>
                </a:lnTo>
                <a:lnTo>
                  <a:pt x="43450" y="79625"/>
                </a:lnTo>
                <a:lnTo>
                  <a:pt x="43515" y="79429"/>
                </a:lnTo>
                <a:cubicBezTo>
                  <a:pt x="46483" y="72840"/>
                  <a:pt x="50626" y="66838"/>
                  <a:pt x="55747" y="61717"/>
                </a:cubicBezTo>
                <a:cubicBezTo>
                  <a:pt x="56335" y="61162"/>
                  <a:pt x="56922" y="60575"/>
                  <a:pt x="57541" y="60021"/>
                </a:cubicBezTo>
                <a:lnTo>
                  <a:pt x="57672" y="59890"/>
                </a:lnTo>
                <a:lnTo>
                  <a:pt x="54416" y="56356"/>
                </a:lnTo>
                <a:close/>
                <a:moveTo>
                  <a:pt x="74634" y="78353"/>
                </a:moveTo>
                <a:cubicBezTo>
                  <a:pt x="74243" y="78712"/>
                  <a:pt x="73851" y="79103"/>
                  <a:pt x="73460" y="79462"/>
                </a:cubicBezTo>
                <a:lnTo>
                  <a:pt x="74047" y="80049"/>
                </a:lnTo>
                <a:cubicBezTo>
                  <a:pt x="74439" y="79658"/>
                  <a:pt x="74830" y="79299"/>
                  <a:pt x="75189" y="78940"/>
                </a:cubicBezTo>
                <a:lnTo>
                  <a:pt x="74634" y="78353"/>
                </a:lnTo>
                <a:close/>
                <a:moveTo>
                  <a:pt x="96685" y="77701"/>
                </a:moveTo>
                <a:lnTo>
                  <a:pt x="96816" y="80538"/>
                </a:lnTo>
                <a:lnTo>
                  <a:pt x="97207" y="80538"/>
                </a:lnTo>
                <a:lnTo>
                  <a:pt x="97142" y="77701"/>
                </a:lnTo>
                <a:close/>
                <a:moveTo>
                  <a:pt x="98838" y="77701"/>
                </a:moveTo>
                <a:lnTo>
                  <a:pt x="98740" y="80538"/>
                </a:lnTo>
                <a:lnTo>
                  <a:pt x="99132" y="80538"/>
                </a:lnTo>
                <a:lnTo>
                  <a:pt x="99295" y="77733"/>
                </a:lnTo>
                <a:lnTo>
                  <a:pt x="98838" y="77701"/>
                </a:lnTo>
                <a:close/>
                <a:moveTo>
                  <a:pt x="94989" y="77798"/>
                </a:moveTo>
                <a:cubicBezTo>
                  <a:pt x="94826" y="77831"/>
                  <a:pt x="94695" y="77831"/>
                  <a:pt x="94532" y="77864"/>
                </a:cubicBezTo>
                <a:lnTo>
                  <a:pt x="94891" y="80702"/>
                </a:lnTo>
                <a:lnTo>
                  <a:pt x="95283" y="80669"/>
                </a:lnTo>
                <a:lnTo>
                  <a:pt x="94989" y="77798"/>
                </a:lnTo>
                <a:close/>
                <a:moveTo>
                  <a:pt x="100991" y="77864"/>
                </a:moveTo>
                <a:lnTo>
                  <a:pt x="100632" y="80702"/>
                </a:lnTo>
                <a:lnTo>
                  <a:pt x="101024" y="80734"/>
                </a:lnTo>
                <a:lnTo>
                  <a:pt x="101415" y="77896"/>
                </a:lnTo>
                <a:lnTo>
                  <a:pt x="100991" y="77864"/>
                </a:lnTo>
                <a:close/>
                <a:moveTo>
                  <a:pt x="92804" y="78125"/>
                </a:moveTo>
                <a:lnTo>
                  <a:pt x="92412" y="78222"/>
                </a:lnTo>
                <a:lnTo>
                  <a:pt x="92999" y="80995"/>
                </a:lnTo>
                <a:lnTo>
                  <a:pt x="93358" y="80930"/>
                </a:lnTo>
                <a:lnTo>
                  <a:pt x="92804" y="78125"/>
                </a:lnTo>
                <a:close/>
                <a:moveTo>
                  <a:pt x="103111" y="78190"/>
                </a:moveTo>
                <a:lnTo>
                  <a:pt x="102524" y="80995"/>
                </a:lnTo>
                <a:lnTo>
                  <a:pt x="102916" y="81093"/>
                </a:lnTo>
                <a:lnTo>
                  <a:pt x="103535" y="78288"/>
                </a:lnTo>
                <a:lnTo>
                  <a:pt x="103111" y="78190"/>
                </a:lnTo>
                <a:close/>
                <a:moveTo>
                  <a:pt x="131719" y="79005"/>
                </a:moveTo>
                <a:lnTo>
                  <a:pt x="132306" y="79821"/>
                </a:lnTo>
                <a:lnTo>
                  <a:pt x="130382" y="81158"/>
                </a:lnTo>
                <a:lnTo>
                  <a:pt x="129860" y="80408"/>
                </a:lnTo>
                <a:lnTo>
                  <a:pt x="131719" y="79005"/>
                </a:lnTo>
                <a:close/>
                <a:moveTo>
                  <a:pt x="122064" y="79429"/>
                </a:moveTo>
                <a:lnTo>
                  <a:pt x="121509" y="80049"/>
                </a:lnTo>
                <a:cubicBezTo>
                  <a:pt x="121868" y="80408"/>
                  <a:pt x="122259" y="80799"/>
                  <a:pt x="122618" y="81191"/>
                </a:cubicBezTo>
                <a:lnTo>
                  <a:pt x="123205" y="80636"/>
                </a:lnTo>
                <a:cubicBezTo>
                  <a:pt x="122846" y="80245"/>
                  <a:pt x="122455" y="79853"/>
                  <a:pt x="122096" y="79462"/>
                </a:cubicBezTo>
                <a:lnTo>
                  <a:pt x="122064" y="79429"/>
                </a:lnTo>
                <a:close/>
                <a:moveTo>
                  <a:pt x="90716" y="78614"/>
                </a:moveTo>
                <a:lnTo>
                  <a:pt x="90324" y="78744"/>
                </a:lnTo>
                <a:lnTo>
                  <a:pt x="91140" y="81484"/>
                </a:lnTo>
                <a:lnTo>
                  <a:pt x="91499" y="81387"/>
                </a:lnTo>
                <a:lnTo>
                  <a:pt x="90716" y="78614"/>
                </a:lnTo>
                <a:close/>
                <a:moveTo>
                  <a:pt x="105199" y="78744"/>
                </a:moveTo>
                <a:lnTo>
                  <a:pt x="104384" y="81484"/>
                </a:lnTo>
                <a:lnTo>
                  <a:pt x="104775" y="81582"/>
                </a:lnTo>
                <a:lnTo>
                  <a:pt x="105623" y="78875"/>
                </a:lnTo>
                <a:lnTo>
                  <a:pt x="105199" y="78744"/>
                </a:lnTo>
                <a:close/>
                <a:moveTo>
                  <a:pt x="131817" y="78451"/>
                </a:moveTo>
                <a:lnTo>
                  <a:pt x="129273" y="80310"/>
                </a:lnTo>
                <a:lnTo>
                  <a:pt x="129403" y="80473"/>
                </a:lnTo>
                <a:cubicBezTo>
                  <a:pt x="129664" y="80832"/>
                  <a:pt x="129925" y="81191"/>
                  <a:pt x="130186" y="81550"/>
                </a:cubicBezTo>
                <a:lnTo>
                  <a:pt x="130284" y="81713"/>
                </a:lnTo>
                <a:lnTo>
                  <a:pt x="132861" y="79951"/>
                </a:lnTo>
                <a:lnTo>
                  <a:pt x="132763" y="79756"/>
                </a:lnTo>
                <a:cubicBezTo>
                  <a:pt x="132502" y="79364"/>
                  <a:pt x="132208" y="78973"/>
                  <a:pt x="131947" y="78614"/>
                </a:cubicBezTo>
                <a:lnTo>
                  <a:pt x="131817" y="78451"/>
                </a:lnTo>
                <a:close/>
                <a:moveTo>
                  <a:pt x="88693" y="79299"/>
                </a:moveTo>
                <a:lnTo>
                  <a:pt x="88269" y="79462"/>
                </a:lnTo>
                <a:lnTo>
                  <a:pt x="89313" y="82104"/>
                </a:lnTo>
                <a:lnTo>
                  <a:pt x="89672" y="81974"/>
                </a:lnTo>
                <a:lnTo>
                  <a:pt x="88693" y="79299"/>
                </a:lnTo>
                <a:close/>
                <a:moveTo>
                  <a:pt x="167894" y="80375"/>
                </a:moveTo>
                <a:lnTo>
                  <a:pt x="167112" y="80636"/>
                </a:lnTo>
                <a:cubicBezTo>
                  <a:pt x="167275" y="81158"/>
                  <a:pt x="167470" y="81680"/>
                  <a:pt x="167601" y="82202"/>
                </a:cubicBezTo>
                <a:lnTo>
                  <a:pt x="168384" y="81941"/>
                </a:lnTo>
                <a:cubicBezTo>
                  <a:pt x="168221" y="81419"/>
                  <a:pt x="168058" y="80897"/>
                  <a:pt x="167894" y="80375"/>
                </a:cubicBezTo>
                <a:close/>
                <a:moveTo>
                  <a:pt x="107254" y="79429"/>
                </a:moveTo>
                <a:lnTo>
                  <a:pt x="106210" y="82104"/>
                </a:lnTo>
                <a:lnTo>
                  <a:pt x="106569" y="82235"/>
                </a:lnTo>
                <a:lnTo>
                  <a:pt x="107646" y="79592"/>
                </a:lnTo>
                <a:cubicBezTo>
                  <a:pt x="107515" y="79527"/>
                  <a:pt x="107385" y="79495"/>
                  <a:pt x="107254" y="79429"/>
                </a:cubicBezTo>
                <a:close/>
                <a:moveTo>
                  <a:pt x="12689" y="78744"/>
                </a:moveTo>
                <a:lnTo>
                  <a:pt x="17876" y="80212"/>
                </a:lnTo>
                <a:cubicBezTo>
                  <a:pt x="17647" y="80995"/>
                  <a:pt x="17419" y="81778"/>
                  <a:pt x="17223" y="82561"/>
                </a:cubicBezTo>
                <a:lnTo>
                  <a:pt x="12011" y="81225"/>
                </a:lnTo>
                <a:lnTo>
                  <a:pt x="12011" y="81225"/>
                </a:lnTo>
                <a:cubicBezTo>
                  <a:pt x="12205" y="80388"/>
                  <a:pt x="12431" y="79582"/>
                  <a:pt x="12689" y="78744"/>
                </a:cubicBezTo>
                <a:close/>
                <a:moveTo>
                  <a:pt x="86704" y="80147"/>
                </a:moveTo>
                <a:lnTo>
                  <a:pt x="86312" y="80310"/>
                </a:lnTo>
                <a:lnTo>
                  <a:pt x="87552" y="82887"/>
                </a:lnTo>
                <a:lnTo>
                  <a:pt x="87943" y="82724"/>
                </a:lnTo>
                <a:lnTo>
                  <a:pt x="86704" y="80147"/>
                </a:lnTo>
                <a:close/>
                <a:moveTo>
                  <a:pt x="109211" y="80277"/>
                </a:moveTo>
                <a:lnTo>
                  <a:pt x="107972" y="82854"/>
                </a:lnTo>
                <a:lnTo>
                  <a:pt x="108298" y="83018"/>
                </a:lnTo>
                <a:lnTo>
                  <a:pt x="109603" y="80473"/>
                </a:lnTo>
                <a:lnTo>
                  <a:pt x="109211" y="80277"/>
                </a:lnTo>
                <a:close/>
                <a:moveTo>
                  <a:pt x="12396" y="78255"/>
                </a:moveTo>
                <a:lnTo>
                  <a:pt x="12330" y="78451"/>
                </a:lnTo>
                <a:cubicBezTo>
                  <a:pt x="12069" y="79397"/>
                  <a:pt x="11808" y="80375"/>
                  <a:pt x="11547" y="81354"/>
                </a:cubicBezTo>
                <a:lnTo>
                  <a:pt x="11515" y="81550"/>
                </a:lnTo>
                <a:lnTo>
                  <a:pt x="17517" y="83050"/>
                </a:lnTo>
                <a:lnTo>
                  <a:pt x="17549" y="82854"/>
                </a:lnTo>
                <a:cubicBezTo>
                  <a:pt x="17778" y="81974"/>
                  <a:pt x="18039" y="81060"/>
                  <a:pt x="18300" y="80147"/>
                </a:cubicBezTo>
                <a:lnTo>
                  <a:pt x="18332" y="79951"/>
                </a:lnTo>
                <a:lnTo>
                  <a:pt x="12396" y="78255"/>
                </a:lnTo>
                <a:close/>
                <a:moveTo>
                  <a:pt x="208604" y="79951"/>
                </a:moveTo>
                <a:lnTo>
                  <a:pt x="204200" y="80147"/>
                </a:lnTo>
                <a:lnTo>
                  <a:pt x="206582" y="83637"/>
                </a:lnTo>
                <a:lnTo>
                  <a:pt x="208604" y="79951"/>
                </a:lnTo>
                <a:close/>
                <a:moveTo>
                  <a:pt x="84779" y="81126"/>
                </a:moveTo>
                <a:lnTo>
                  <a:pt x="84420" y="81354"/>
                </a:lnTo>
                <a:lnTo>
                  <a:pt x="85888" y="83800"/>
                </a:lnTo>
                <a:lnTo>
                  <a:pt x="86214" y="83605"/>
                </a:lnTo>
                <a:lnTo>
                  <a:pt x="84779" y="81126"/>
                </a:lnTo>
                <a:close/>
                <a:moveTo>
                  <a:pt x="111136" y="81321"/>
                </a:moveTo>
                <a:lnTo>
                  <a:pt x="109668" y="83768"/>
                </a:lnTo>
                <a:lnTo>
                  <a:pt x="109994" y="83964"/>
                </a:lnTo>
                <a:lnTo>
                  <a:pt x="111495" y="81550"/>
                </a:lnTo>
                <a:lnTo>
                  <a:pt x="111136" y="81321"/>
                </a:lnTo>
                <a:close/>
                <a:moveTo>
                  <a:pt x="70948" y="82235"/>
                </a:moveTo>
                <a:cubicBezTo>
                  <a:pt x="70622" y="82691"/>
                  <a:pt x="70263" y="83115"/>
                  <a:pt x="69937" y="83572"/>
                </a:cubicBezTo>
                <a:lnTo>
                  <a:pt x="70622" y="84061"/>
                </a:lnTo>
                <a:cubicBezTo>
                  <a:pt x="70948" y="83605"/>
                  <a:pt x="71274" y="83181"/>
                  <a:pt x="71601" y="82757"/>
                </a:cubicBezTo>
                <a:lnTo>
                  <a:pt x="70948" y="82235"/>
                </a:lnTo>
                <a:close/>
                <a:moveTo>
                  <a:pt x="184563" y="80734"/>
                </a:moveTo>
                <a:cubicBezTo>
                  <a:pt x="184759" y="81582"/>
                  <a:pt x="184987" y="82430"/>
                  <a:pt x="185183" y="83246"/>
                </a:cubicBezTo>
                <a:lnTo>
                  <a:pt x="179931" y="84453"/>
                </a:lnTo>
                <a:cubicBezTo>
                  <a:pt x="179735" y="83670"/>
                  <a:pt x="179540" y="82887"/>
                  <a:pt x="179344" y="82104"/>
                </a:cubicBezTo>
                <a:lnTo>
                  <a:pt x="184563" y="80734"/>
                </a:lnTo>
                <a:close/>
                <a:moveTo>
                  <a:pt x="134068" y="82593"/>
                </a:moveTo>
                <a:cubicBezTo>
                  <a:pt x="134231" y="82854"/>
                  <a:pt x="134394" y="83148"/>
                  <a:pt x="134557" y="83442"/>
                </a:cubicBezTo>
                <a:lnTo>
                  <a:pt x="132535" y="84583"/>
                </a:lnTo>
                <a:cubicBezTo>
                  <a:pt x="132371" y="84290"/>
                  <a:pt x="132208" y="84029"/>
                  <a:pt x="132045" y="83768"/>
                </a:cubicBezTo>
                <a:lnTo>
                  <a:pt x="134068" y="82593"/>
                </a:lnTo>
                <a:close/>
                <a:moveTo>
                  <a:pt x="82985" y="82300"/>
                </a:moveTo>
                <a:cubicBezTo>
                  <a:pt x="82854" y="82365"/>
                  <a:pt x="82724" y="82463"/>
                  <a:pt x="82626" y="82528"/>
                </a:cubicBezTo>
                <a:lnTo>
                  <a:pt x="84290" y="84844"/>
                </a:lnTo>
                <a:lnTo>
                  <a:pt x="84616" y="84616"/>
                </a:lnTo>
                <a:lnTo>
                  <a:pt x="82985" y="82300"/>
                </a:lnTo>
                <a:close/>
                <a:moveTo>
                  <a:pt x="184857" y="80245"/>
                </a:moveTo>
                <a:lnTo>
                  <a:pt x="178855" y="81811"/>
                </a:lnTo>
                <a:lnTo>
                  <a:pt x="178887" y="82006"/>
                </a:lnTo>
                <a:cubicBezTo>
                  <a:pt x="179148" y="82920"/>
                  <a:pt x="179377" y="83833"/>
                  <a:pt x="179572" y="84746"/>
                </a:cubicBezTo>
                <a:lnTo>
                  <a:pt x="179605" y="84942"/>
                </a:lnTo>
                <a:lnTo>
                  <a:pt x="185672" y="83572"/>
                </a:lnTo>
                <a:lnTo>
                  <a:pt x="185607" y="83376"/>
                </a:lnTo>
                <a:cubicBezTo>
                  <a:pt x="185379" y="82398"/>
                  <a:pt x="185150" y="81419"/>
                  <a:pt x="184889" y="80441"/>
                </a:cubicBezTo>
                <a:lnTo>
                  <a:pt x="184857" y="80245"/>
                </a:lnTo>
                <a:close/>
                <a:moveTo>
                  <a:pt x="112930" y="82496"/>
                </a:moveTo>
                <a:lnTo>
                  <a:pt x="111299" y="84812"/>
                </a:lnTo>
                <a:lnTo>
                  <a:pt x="111593" y="85040"/>
                </a:lnTo>
                <a:lnTo>
                  <a:pt x="113289" y="82757"/>
                </a:lnTo>
                <a:cubicBezTo>
                  <a:pt x="113191" y="82659"/>
                  <a:pt x="113060" y="82561"/>
                  <a:pt x="112930" y="82496"/>
                </a:cubicBezTo>
                <a:close/>
                <a:moveTo>
                  <a:pt x="134198" y="82006"/>
                </a:moveTo>
                <a:lnTo>
                  <a:pt x="131491" y="83605"/>
                </a:lnTo>
                <a:lnTo>
                  <a:pt x="131621" y="83800"/>
                </a:lnTo>
                <a:cubicBezTo>
                  <a:pt x="131817" y="84192"/>
                  <a:pt x="132045" y="84551"/>
                  <a:pt x="132274" y="84942"/>
                </a:cubicBezTo>
                <a:lnTo>
                  <a:pt x="132371" y="85138"/>
                </a:lnTo>
                <a:lnTo>
                  <a:pt x="135111" y="83605"/>
                </a:lnTo>
                <a:lnTo>
                  <a:pt x="135014" y="83442"/>
                </a:lnTo>
                <a:cubicBezTo>
                  <a:pt x="134785" y="83018"/>
                  <a:pt x="134557" y="82593"/>
                  <a:pt x="134329" y="82202"/>
                </a:cubicBezTo>
                <a:lnTo>
                  <a:pt x="134198" y="82006"/>
                </a:lnTo>
                <a:close/>
                <a:moveTo>
                  <a:pt x="125586" y="83539"/>
                </a:moveTo>
                <a:lnTo>
                  <a:pt x="124901" y="83996"/>
                </a:lnTo>
                <a:cubicBezTo>
                  <a:pt x="125228" y="84453"/>
                  <a:pt x="125554" y="84910"/>
                  <a:pt x="125847" y="85334"/>
                </a:cubicBezTo>
                <a:lnTo>
                  <a:pt x="126532" y="84910"/>
                </a:lnTo>
                <a:cubicBezTo>
                  <a:pt x="126206" y="84453"/>
                  <a:pt x="125913" y="83964"/>
                  <a:pt x="125586" y="83539"/>
                </a:cubicBezTo>
                <a:close/>
                <a:moveTo>
                  <a:pt x="168971" y="83931"/>
                </a:moveTo>
                <a:lnTo>
                  <a:pt x="168188" y="84127"/>
                </a:lnTo>
                <a:cubicBezTo>
                  <a:pt x="168319" y="84649"/>
                  <a:pt x="168482" y="85170"/>
                  <a:pt x="168612" y="85692"/>
                </a:cubicBezTo>
                <a:lnTo>
                  <a:pt x="169395" y="85497"/>
                </a:lnTo>
                <a:cubicBezTo>
                  <a:pt x="169264" y="84975"/>
                  <a:pt x="169134" y="84453"/>
                  <a:pt x="168971" y="83931"/>
                </a:cubicBezTo>
                <a:close/>
                <a:moveTo>
                  <a:pt x="81256" y="83572"/>
                </a:moveTo>
                <a:cubicBezTo>
                  <a:pt x="81158" y="83670"/>
                  <a:pt x="81028" y="83768"/>
                  <a:pt x="80930" y="83866"/>
                </a:cubicBezTo>
                <a:lnTo>
                  <a:pt x="82789" y="86051"/>
                </a:lnTo>
                <a:lnTo>
                  <a:pt x="83083" y="85790"/>
                </a:lnTo>
                <a:lnTo>
                  <a:pt x="81256" y="83572"/>
                </a:lnTo>
                <a:close/>
                <a:moveTo>
                  <a:pt x="114626" y="83800"/>
                </a:moveTo>
                <a:lnTo>
                  <a:pt x="112767" y="85986"/>
                </a:lnTo>
                <a:lnTo>
                  <a:pt x="113060" y="86247"/>
                </a:lnTo>
                <a:lnTo>
                  <a:pt x="114952" y="84094"/>
                </a:lnTo>
                <a:lnTo>
                  <a:pt x="114626" y="83800"/>
                </a:lnTo>
                <a:close/>
                <a:moveTo>
                  <a:pt x="136025" y="86345"/>
                </a:moveTo>
                <a:cubicBezTo>
                  <a:pt x="136026" y="86348"/>
                  <a:pt x="136027" y="86351"/>
                  <a:pt x="136029" y="86354"/>
                </a:cubicBezTo>
                <a:lnTo>
                  <a:pt x="136029" y="86354"/>
                </a:lnTo>
                <a:lnTo>
                  <a:pt x="134974" y="86830"/>
                </a:lnTo>
                <a:lnTo>
                  <a:pt x="136025" y="86345"/>
                </a:lnTo>
                <a:close/>
                <a:moveTo>
                  <a:pt x="79625" y="85007"/>
                </a:moveTo>
                <a:lnTo>
                  <a:pt x="79332" y="85301"/>
                </a:lnTo>
                <a:lnTo>
                  <a:pt x="81354" y="87323"/>
                </a:lnTo>
                <a:lnTo>
                  <a:pt x="81615" y="87062"/>
                </a:lnTo>
                <a:lnTo>
                  <a:pt x="79625" y="85007"/>
                </a:lnTo>
                <a:close/>
                <a:moveTo>
                  <a:pt x="116225" y="85236"/>
                </a:moveTo>
                <a:lnTo>
                  <a:pt x="114202" y="87291"/>
                </a:lnTo>
                <a:lnTo>
                  <a:pt x="114235" y="87323"/>
                </a:lnTo>
                <a:lnTo>
                  <a:pt x="114463" y="87552"/>
                </a:lnTo>
                <a:lnTo>
                  <a:pt x="116518" y="85562"/>
                </a:lnTo>
                <a:lnTo>
                  <a:pt x="116257" y="85268"/>
                </a:lnTo>
                <a:lnTo>
                  <a:pt x="116225" y="85236"/>
                </a:lnTo>
                <a:close/>
                <a:moveTo>
                  <a:pt x="136188" y="86714"/>
                </a:moveTo>
                <a:cubicBezTo>
                  <a:pt x="136277" y="86904"/>
                  <a:pt x="136369" y="87091"/>
                  <a:pt x="136449" y="87291"/>
                </a:cubicBezTo>
                <a:lnTo>
                  <a:pt x="134296" y="88171"/>
                </a:lnTo>
                <a:cubicBezTo>
                  <a:pt x="134218" y="88015"/>
                  <a:pt x="134139" y="87847"/>
                  <a:pt x="134061" y="87673"/>
                </a:cubicBezTo>
                <a:lnTo>
                  <a:pt x="134061" y="87673"/>
                </a:lnTo>
                <a:lnTo>
                  <a:pt x="136188" y="86714"/>
                </a:lnTo>
                <a:close/>
                <a:moveTo>
                  <a:pt x="67915" y="86704"/>
                </a:moveTo>
                <a:cubicBezTo>
                  <a:pt x="67654" y="87193"/>
                  <a:pt x="67393" y="87682"/>
                  <a:pt x="67132" y="88171"/>
                </a:cubicBezTo>
                <a:lnTo>
                  <a:pt x="67849" y="88530"/>
                </a:lnTo>
                <a:lnTo>
                  <a:pt x="67882" y="88530"/>
                </a:lnTo>
                <a:cubicBezTo>
                  <a:pt x="68110" y="88074"/>
                  <a:pt x="68371" y="87584"/>
                  <a:pt x="68632" y="87128"/>
                </a:cubicBezTo>
                <a:lnTo>
                  <a:pt x="67915" y="86704"/>
                </a:lnTo>
                <a:close/>
                <a:moveTo>
                  <a:pt x="78157" y="86573"/>
                </a:moveTo>
                <a:lnTo>
                  <a:pt x="77864" y="86899"/>
                </a:lnTo>
                <a:lnTo>
                  <a:pt x="80049" y="88759"/>
                </a:lnTo>
                <a:lnTo>
                  <a:pt x="80277" y="88465"/>
                </a:lnTo>
                <a:lnTo>
                  <a:pt x="78157" y="86573"/>
                </a:lnTo>
                <a:close/>
                <a:moveTo>
                  <a:pt x="59205" y="87095"/>
                </a:moveTo>
                <a:lnTo>
                  <a:pt x="61325" y="88041"/>
                </a:lnTo>
                <a:cubicBezTo>
                  <a:pt x="61195" y="88335"/>
                  <a:pt x="61097" y="88596"/>
                  <a:pt x="60967" y="88889"/>
                </a:cubicBezTo>
                <a:lnTo>
                  <a:pt x="58814" y="88041"/>
                </a:lnTo>
                <a:cubicBezTo>
                  <a:pt x="58944" y="87715"/>
                  <a:pt x="59075" y="87421"/>
                  <a:pt x="59205" y="87095"/>
                </a:cubicBezTo>
                <a:close/>
                <a:moveTo>
                  <a:pt x="117660" y="86867"/>
                </a:moveTo>
                <a:lnTo>
                  <a:pt x="115507" y="88693"/>
                </a:lnTo>
                <a:lnTo>
                  <a:pt x="115735" y="88987"/>
                </a:lnTo>
                <a:lnTo>
                  <a:pt x="117953" y="87193"/>
                </a:lnTo>
                <a:lnTo>
                  <a:pt x="117660" y="86867"/>
                </a:lnTo>
                <a:close/>
                <a:moveTo>
                  <a:pt x="204494" y="85399"/>
                </a:moveTo>
                <a:lnTo>
                  <a:pt x="206582" y="89052"/>
                </a:lnTo>
                <a:lnTo>
                  <a:pt x="208898" y="85529"/>
                </a:lnTo>
                <a:lnTo>
                  <a:pt x="204494" y="85399"/>
                </a:lnTo>
                <a:close/>
                <a:moveTo>
                  <a:pt x="58977" y="86573"/>
                </a:moveTo>
                <a:lnTo>
                  <a:pt x="58911" y="86736"/>
                </a:lnTo>
                <a:cubicBezTo>
                  <a:pt x="58716" y="87193"/>
                  <a:pt x="58520" y="87617"/>
                  <a:pt x="58357" y="88074"/>
                </a:cubicBezTo>
                <a:lnTo>
                  <a:pt x="58259" y="88269"/>
                </a:lnTo>
                <a:lnTo>
                  <a:pt x="61195" y="89444"/>
                </a:lnTo>
                <a:lnTo>
                  <a:pt x="61260" y="89248"/>
                </a:lnTo>
                <a:cubicBezTo>
                  <a:pt x="61423" y="88824"/>
                  <a:pt x="61619" y="88432"/>
                  <a:pt x="61782" y="88008"/>
                </a:cubicBezTo>
                <a:lnTo>
                  <a:pt x="61880" y="87813"/>
                </a:lnTo>
                <a:lnTo>
                  <a:pt x="58977" y="86573"/>
                </a:lnTo>
                <a:close/>
                <a:moveTo>
                  <a:pt x="76787" y="88269"/>
                </a:moveTo>
                <a:lnTo>
                  <a:pt x="76526" y="88596"/>
                </a:lnTo>
                <a:lnTo>
                  <a:pt x="78874" y="90258"/>
                </a:lnTo>
                <a:lnTo>
                  <a:pt x="78874" y="90258"/>
                </a:lnTo>
                <a:cubicBezTo>
                  <a:pt x="78954" y="90165"/>
                  <a:pt x="79013" y="90053"/>
                  <a:pt x="79071" y="89966"/>
                </a:cubicBezTo>
                <a:lnTo>
                  <a:pt x="76787" y="88269"/>
                </a:lnTo>
                <a:close/>
                <a:moveTo>
                  <a:pt x="78874" y="90258"/>
                </a:moveTo>
                <a:lnTo>
                  <a:pt x="78874" y="90258"/>
                </a:lnTo>
                <a:cubicBezTo>
                  <a:pt x="78863" y="90270"/>
                  <a:pt x="78853" y="90281"/>
                  <a:pt x="78842" y="90292"/>
                </a:cubicBezTo>
                <a:lnTo>
                  <a:pt x="78875" y="90259"/>
                </a:lnTo>
                <a:lnTo>
                  <a:pt x="78874" y="90258"/>
                </a:lnTo>
                <a:close/>
                <a:moveTo>
                  <a:pt x="118997" y="88563"/>
                </a:moveTo>
                <a:lnTo>
                  <a:pt x="116681" y="90227"/>
                </a:lnTo>
                <a:lnTo>
                  <a:pt x="116910" y="90520"/>
                </a:lnTo>
                <a:lnTo>
                  <a:pt x="119258" y="88922"/>
                </a:lnTo>
                <a:lnTo>
                  <a:pt x="118997" y="88563"/>
                </a:lnTo>
                <a:close/>
                <a:moveTo>
                  <a:pt x="10667" y="87519"/>
                </a:moveTo>
                <a:lnTo>
                  <a:pt x="15951" y="88498"/>
                </a:lnTo>
                <a:cubicBezTo>
                  <a:pt x="15821" y="89281"/>
                  <a:pt x="15690" y="90096"/>
                  <a:pt x="15560" y="90879"/>
                </a:cubicBezTo>
                <a:lnTo>
                  <a:pt x="10243" y="90096"/>
                </a:lnTo>
                <a:lnTo>
                  <a:pt x="10210" y="90129"/>
                </a:lnTo>
                <a:cubicBezTo>
                  <a:pt x="10340" y="89248"/>
                  <a:pt x="10471" y="88400"/>
                  <a:pt x="10667" y="87519"/>
                </a:cubicBezTo>
                <a:close/>
                <a:moveTo>
                  <a:pt x="108592" y="60771"/>
                </a:moveTo>
                <a:cubicBezTo>
                  <a:pt x="116388" y="62728"/>
                  <a:pt x="123466" y="66740"/>
                  <a:pt x="129142" y="72449"/>
                </a:cubicBezTo>
                <a:cubicBezTo>
                  <a:pt x="132893" y="76200"/>
                  <a:pt x="135927" y="80571"/>
                  <a:pt x="138145" y="85399"/>
                </a:cubicBezTo>
                <a:lnTo>
                  <a:pt x="136408" y="86183"/>
                </a:lnTo>
                <a:lnTo>
                  <a:pt x="136408" y="86183"/>
                </a:lnTo>
                <a:cubicBezTo>
                  <a:pt x="136378" y="86116"/>
                  <a:pt x="136348" y="86051"/>
                  <a:pt x="136318" y="85986"/>
                </a:cubicBezTo>
                <a:lnTo>
                  <a:pt x="136221" y="85790"/>
                </a:lnTo>
                <a:lnTo>
                  <a:pt x="133383" y="87128"/>
                </a:lnTo>
                <a:lnTo>
                  <a:pt x="133448" y="87291"/>
                </a:lnTo>
                <a:cubicBezTo>
                  <a:pt x="133477" y="87354"/>
                  <a:pt x="133506" y="87417"/>
                  <a:pt x="133534" y="87480"/>
                </a:cubicBezTo>
                <a:lnTo>
                  <a:pt x="133534" y="87480"/>
                </a:lnTo>
                <a:lnTo>
                  <a:pt x="129050" y="89503"/>
                </a:lnTo>
                <a:lnTo>
                  <a:pt x="129050" y="89503"/>
                </a:lnTo>
                <a:cubicBezTo>
                  <a:pt x="128841" y="89032"/>
                  <a:pt x="128630" y="88585"/>
                  <a:pt x="128392" y="88139"/>
                </a:cubicBezTo>
                <a:lnTo>
                  <a:pt x="127674" y="88498"/>
                </a:lnTo>
                <a:cubicBezTo>
                  <a:pt x="127883" y="88945"/>
                  <a:pt x="128118" y="89391"/>
                  <a:pt x="128307" y="89838"/>
                </a:cubicBezTo>
                <a:lnTo>
                  <a:pt x="128307" y="89838"/>
                </a:lnTo>
                <a:lnTo>
                  <a:pt x="123841" y="91854"/>
                </a:lnTo>
                <a:lnTo>
                  <a:pt x="123841" y="91854"/>
                </a:lnTo>
                <a:cubicBezTo>
                  <a:pt x="122463" y="88829"/>
                  <a:pt x="120533" y="85996"/>
                  <a:pt x="118051" y="83507"/>
                </a:cubicBezTo>
                <a:cubicBezTo>
                  <a:pt x="114265" y="79732"/>
                  <a:pt x="109684" y="77234"/>
                  <a:pt x="104845" y="76014"/>
                </a:cubicBezTo>
                <a:lnTo>
                  <a:pt x="104845" y="76014"/>
                </a:lnTo>
                <a:lnTo>
                  <a:pt x="108592" y="60771"/>
                </a:lnTo>
                <a:close/>
                <a:moveTo>
                  <a:pt x="75580" y="90031"/>
                </a:moveTo>
                <a:cubicBezTo>
                  <a:pt x="75515" y="90161"/>
                  <a:pt x="75450" y="90292"/>
                  <a:pt x="75352" y="90422"/>
                </a:cubicBezTo>
                <a:lnTo>
                  <a:pt x="77798" y="91858"/>
                </a:lnTo>
                <a:lnTo>
                  <a:pt x="77798" y="91890"/>
                </a:lnTo>
                <a:cubicBezTo>
                  <a:pt x="77896" y="91792"/>
                  <a:pt x="77929" y="91662"/>
                  <a:pt x="78027" y="91531"/>
                </a:cubicBezTo>
                <a:lnTo>
                  <a:pt x="75580" y="90031"/>
                </a:lnTo>
                <a:close/>
                <a:moveTo>
                  <a:pt x="137591" y="90292"/>
                </a:moveTo>
                <a:cubicBezTo>
                  <a:pt x="137688" y="90618"/>
                  <a:pt x="137819" y="90944"/>
                  <a:pt x="137917" y="91270"/>
                </a:cubicBezTo>
                <a:lnTo>
                  <a:pt x="135666" y="91955"/>
                </a:lnTo>
                <a:cubicBezTo>
                  <a:pt x="135568" y="91662"/>
                  <a:pt x="135503" y="91368"/>
                  <a:pt x="135372" y="91075"/>
                </a:cubicBezTo>
                <a:lnTo>
                  <a:pt x="137591" y="90292"/>
                </a:lnTo>
                <a:close/>
                <a:moveTo>
                  <a:pt x="120204" y="90357"/>
                </a:moveTo>
                <a:lnTo>
                  <a:pt x="117758" y="91825"/>
                </a:lnTo>
                <a:cubicBezTo>
                  <a:pt x="117823" y="91923"/>
                  <a:pt x="117888" y="92053"/>
                  <a:pt x="117921" y="92151"/>
                </a:cubicBezTo>
                <a:lnTo>
                  <a:pt x="120400" y="90716"/>
                </a:lnTo>
                <a:lnTo>
                  <a:pt x="120204" y="90357"/>
                </a:lnTo>
                <a:close/>
                <a:moveTo>
                  <a:pt x="137852" y="89770"/>
                </a:moveTo>
                <a:lnTo>
                  <a:pt x="134883" y="90814"/>
                </a:lnTo>
                <a:lnTo>
                  <a:pt x="134948" y="91009"/>
                </a:lnTo>
                <a:cubicBezTo>
                  <a:pt x="135079" y="91401"/>
                  <a:pt x="135209" y="91858"/>
                  <a:pt x="135340" y="92249"/>
                </a:cubicBezTo>
                <a:lnTo>
                  <a:pt x="135405" y="92445"/>
                </a:lnTo>
                <a:lnTo>
                  <a:pt x="138406" y="91531"/>
                </a:lnTo>
                <a:lnTo>
                  <a:pt x="138341" y="91336"/>
                </a:lnTo>
                <a:cubicBezTo>
                  <a:pt x="138210" y="90879"/>
                  <a:pt x="138080" y="90422"/>
                  <a:pt x="137917" y="89966"/>
                </a:cubicBezTo>
                <a:lnTo>
                  <a:pt x="137852" y="89770"/>
                </a:lnTo>
                <a:close/>
                <a:moveTo>
                  <a:pt x="14124" y="52094"/>
                </a:moveTo>
                <a:lnTo>
                  <a:pt x="28453" y="60986"/>
                </a:lnTo>
                <a:lnTo>
                  <a:pt x="28453" y="60986"/>
                </a:lnTo>
                <a:cubicBezTo>
                  <a:pt x="26584" y="64014"/>
                  <a:pt x="24913" y="67167"/>
                  <a:pt x="23454" y="70426"/>
                </a:cubicBezTo>
                <a:lnTo>
                  <a:pt x="23356" y="70622"/>
                </a:lnTo>
                <a:lnTo>
                  <a:pt x="31491" y="74267"/>
                </a:lnTo>
                <a:lnTo>
                  <a:pt x="31491" y="74267"/>
                </a:lnTo>
                <a:cubicBezTo>
                  <a:pt x="28883" y="80113"/>
                  <a:pt x="27071" y="86299"/>
                  <a:pt x="26096" y="92673"/>
                </a:cubicBezTo>
                <a:lnTo>
                  <a:pt x="15981" y="91147"/>
                </a:lnTo>
                <a:lnTo>
                  <a:pt x="15981" y="91147"/>
                </a:lnTo>
                <a:lnTo>
                  <a:pt x="15984" y="91140"/>
                </a:lnTo>
                <a:cubicBezTo>
                  <a:pt x="16114" y="90227"/>
                  <a:pt x="16245" y="89313"/>
                  <a:pt x="16408" y="88367"/>
                </a:cubicBezTo>
                <a:lnTo>
                  <a:pt x="16473" y="88171"/>
                </a:lnTo>
                <a:lnTo>
                  <a:pt x="10340" y="87062"/>
                </a:lnTo>
                <a:lnTo>
                  <a:pt x="10308" y="87258"/>
                </a:lnTo>
                <a:cubicBezTo>
                  <a:pt x="10113" y="88234"/>
                  <a:pt x="9950" y="89241"/>
                  <a:pt x="9820" y="90217"/>
                </a:cubicBezTo>
                <a:lnTo>
                  <a:pt x="9820" y="90217"/>
                </a:lnTo>
                <a:lnTo>
                  <a:pt x="587" y="88824"/>
                </a:lnTo>
                <a:cubicBezTo>
                  <a:pt x="2577" y="75776"/>
                  <a:pt x="7176" y="63283"/>
                  <a:pt x="14124" y="52094"/>
                </a:cubicBezTo>
                <a:close/>
                <a:moveTo>
                  <a:pt x="57705" y="91075"/>
                </a:moveTo>
                <a:lnTo>
                  <a:pt x="59923" y="91792"/>
                </a:lnTo>
                <a:cubicBezTo>
                  <a:pt x="59825" y="92086"/>
                  <a:pt x="59760" y="92379"/>
                  <a:pt x="59662" y="92673"/>
                </a:cubicBezTo>
                <a:lnTo>
                  <a:pt x="57411" y="92053"/>
                </a:lnTo>
                <a:cubicBezTo>
                  <a:pt x="57509" y="91727"/>
                  <a:pt x="57607" y="91401"/>
                  <a:pt x="57705" y="91075"/>
                </a:cubicBezTo>
                <a:close/>
                <a:moveTo>
                  <a:pt x="186357" y="89574"/>
                </a:moveTo>
                <a:cubicBezTo>
                  <a:pt x="186488" y="90455"/>
                  <a:pt x="186618" y="91303"/>
                  <a:pt x="186716" y="92151"/>
                </a:cubicBezTo>
                <a:lnTo>
                  <a:pt x="181366" y="92836"/>
                </a:lnTo>
                <a:cubicBezTo>
                  <a:pt x="181269" y="92021"/>
                  <a:pt x="181171" y="91205"/>
                  <a:pt x="181040" y="90422"/>
                </a:cubicBezTo>
                <a:lnTo>
                  <a:pt x="186357" y="89574"/>
                </a:lnTo>
                <a:close/>
                <a:moveTo>
                  <a:pt x="170602" y="91107"/>
                </a:moveTo>
                <a:lnTo>
                  <a:pt x="169786" y="91238"/>
                </a:lnTo>
                <a:cubicBezTo>
                  <a:pt x="169884" y="91792"/>
                  <a:pt x="169982" y="92314"/>
                  <a:pt x="170047" y="92869"/>
                </a:cubicBezTo>
                <a:lnTo>
                  <a:pt x="170863" y="92738"/>
                </a:lnTo>
                <a:cubicBezTo>
                  <a:pt x="170798" y="92184"/>
                  <a:pt x="170700" y="91662"/>
                  <a:pt x="170602" y="91107"/>
                </a:cubicBezTo>
                <a:close/>
                <a:moveTo>
                  <a:pt x="42765" y="43711"/>
                </a:moveTo>
                <a:lnTo>
                  <a:pt x="42602" y="43841"/>
                </a:lnTo>
                <a:cubicBezTo>
                  <a:pt x="41786" y="44591"/>
                  <a:pt x="40971" y="45374"/>
                  <a:pt x="40188" y="46157"/>
                </a:cubicBezTo>
                <a:cubicBezTo>
                  <a:pt x="35800" y="50545"/>
                  <a:pt x="31935" y="55406"/>
                  <a:pt x="28666" y="60643"/>
                </a:cubicBezTo>
                <a:lnTo>
                  <a:pt x="28666" y="60643"/>
                </a:lnTo>
                <a:lnTo>
                  <a:pt x="27305" y="59799"/>
                </a:lnTo>
                <a:lnTo>
                  <a:pt x="27305" y="59799"/>
                </a:lnTo>
                <a:lnTo>
                  <a:pt x="27368" y="59694"/>
                </a:lnTo>
                <a:cubicBezTo>
                  <a:pt x="27857" y="58879"/>
                  <a:pt x="28379" y="58096"/>
                  <a:pt x="28869" y="57313"/>
                </a:cubicBezTo>
                <a:lnTo>
                  <a:pt x="28999" y="57150"/>
                </a:lnTo>
                <a:lnTo>
                  <a:pt x="23813" y="53725"/>
                </a:lnTo>
                <a:lnTo>
                  <a:pt x="23715" y="53888"/>
                </a:lnTo>
                <a:cubicBezTo>
                  <a:pt x="23160" y="54704"/>
                  <a:pt x="22606" y="55584"/>
                  <a:pt x="22084" y="56432"/>
                </a:cubicBezTo>
                <a:lnTo>
                  <a:pt x="22028" y="56525"/>
                </a:lnTo>
                <a:lnTo>
                  <a:pt x="22028" y="56525"/>
                </a:lnTo>
                <a:lnTo>
                  <a:pt x="13994" y="51539"/>
                </a:lnTo>
                <a:lnTo>
                  <a:pt x="13896" y="51702"/>
                </a:lnTo>
                <a:cubicBezTo>
                  <a:pt x="6818" y="63054"/>
                  <a:pt x="2153" y="75743"/>
                  <a:pt x="163" y="88954"/>
                </a:cubicBezTo>
                <a:lnTo>
                  <a:pt x="130" y="89150"/>
                </a:lnTo>
                <a:lnTo>
                  <a:pt x="26226" y="93097"/>
                </a:lnTo>
                <a:lnTo>
                  <a:pt x="26422" y="93130"/>
                </a:lnTo>
                <a:lnTo>
                  <a:pt x="26455" y="92934"/>
                </a:lnTo>
                <a:cubicBezTo>
                  <a:pt x="27406" y="86537"/>
                  <a:pt x="29230" y="80311"/>
                  <a:pt x="31852" y="74429"/>
                </a:cubicBezTo>
                <a:lnTo>
                  <a:pt x="31852" y="74429"/>
                </a:lnTo>
                <a:lnTo>
                  <a:pt x="38297" y="77317"/>
                </a:lnTo>
                <a:lnTo>
                  <a:pt x="38297" y="77317"/>
                </a:lnTo>
                <a:cubicBezTo>
                  <a:pt x="38351" y="77196"/>
                  <a:pt x="38405" y="77076"/>
                  <a:pt x="38459" y="76956"/>
                </a:cubicBezTo>
                <a:lnTo>
                  <a:pt x="38459" y="76956"/>
                </a:lnTo>
                <a:lnTo>
                  <a:pt x="32013" y="74069"/>
                </a:lnTo>
                <a:lnTo>
                  <a:pt x="32013" y="74069"/>
                </a:lnTo>
                <a:cubicBezTo>
                  <a:pt x="33311" y="71200"/>
                  <a:pt x="34799" y="68413"/>
                  <a:pt x="36469" y="65729"/>
                </a:cubicBezTo>
                <a:lnTo>
                  <a:pt x="36599" y="65566"/>
                </a:lnTo>
                <a:lnTo>
                  <a:pt x="29016" y="60861"/>
                </a:lnTo>
                <a:lnTo>
                  <a:pt x="29016" y="60861"/>
                </a:lnTo>
                <a:cubicBezTo>
                  <a:pt x="32273" y="55647"/>
                  <a:pt x="36125" y="50819"/>
                  <a:pt x="40481" y="46483"/>
                </a:cubicBezTo>
                <a:cubicBezTo>
                  <a:pt x="41232" y="45733"/>
                  <a:pt x="41982" y="45015"/>
                  <a:pt x="42732" y="44298"/>
                </a:cubicBezTo>
                <a:lnTo>
                  <a:pt x="53563" y="56037"/>
                </a:lnTo>
                <a:lnTo>
                  <a:pt x="53563" y="56037"/>
                </a:lnTo>
                <a:cubicBezTo>
                  <a:pt x="53663" y="55944"/>
                  <a:pt x="53765" y="55852"/>
                  <a:pt x="53866" y="55759"/>
                </a:cubicBezTo>
                <a:lnTo>
                  <a:pt x="53866" y="55759"/>
                </a:lnTo>
                <a:lnTo>
                  <a:pt x="54416" y="56356"/>
                </a:lnTo>
                <a:lnTo>
                  <a:pt x="54416" y="56356"/>
                </a:lnTo>
                <a:cubicBezTo>
                  <a:pt x="55528" y="55344"/>
                  <a:pt x="56679" y="54369"/>
                  <a:pt x="57868" y="53431"/>
                </a:cubicBezTo>
                <a:cubicBezTo>
                  <a:pt x="59978" y="51745"/>
                  <a:pt x="62182" y="50204"/>
                  <a:pt x="64465" y="48812"/>
                </a:cubicBezTo>
                <a:lnTo>
                  <a:pt x="64465" y="48812"/>
                </a:lnTo>
                <a:lnTo>
                  <a:pt x="64051" y="48126"/>
                </a:lnTo>
                <a:lnTo>
                  <a:pt x="64051" y="48126"/>
                </a:lnTo>
                <a:cubicBezTo>
                  <a:pt x="61732" y="49538"/>
                  <a:pt x="59492" y="51101"/>
                  <a:pt x="57346" y="52812"/>
                </a:cubicBezTo>
                <a:cubicBezTo>
                  <a:pt x="56147" y="53756"/>
                  <a:pt x="54987" y="54740"/>
                  <a:pt x="53866" y="55759"/>
                </a:cubicBezTo>
                <a:lnTo>
                  <a:pt x="53866" y="55759"/>
                </a:lnTo>
                <a:lnTo>
                  <a:pt x="42765" y="43711"/>
                </a:lnTo>
                <a:close/>
                <a:moveTo>
                  <a:pt x="57444" y="90585"/>
                </a:moveTo>
                <a:lnTo>
                  <a:pt x="57378" y="90748"/>
                </a:lnTo>
                <a:cubicBezTo>
                  <a:pt x="57248" y="91205"/>
                  <a:pt x="57117" y="91662"/>
                  <a:pt x="56954" y="92118"/>
                </a:cubicBezTo>
                <a:lnTo>
                  <a:pt x="56922" y="92314"/>
                </a:lnTo>
                <a:lnTo>
                  <a:pt x="59955" y="93195"/>
                </a:lnTo>
                <a:lnTo>
                  <a:pt x="59988" y="92999"/>
                </a:lnTo>
                <a:cubicBezTo>
                  <a:pt x="60118" y="92575"/>
                  <a:pt x="60249" y="92151"/>
                  <a:pt x="60379" y="91727"/>
                </a:cubicBezTo>
                <a:lnTo>
                  <a:pt x="60445" y="91531"/>
                </a:lnTo>
                <a:lnTo>
                  <a:pt x="57444" y="90585"/>
                </a:lnTo>
                <a:close/>
                <a:moveTo>
                  <a:pt x="186683" y="89117"/>
                </a:moveTo>
                <a:lnTo>
                  <a:pt x="180584" y="90096"/>
                </a:lnTo>
                <a:lnTo>
                  <a:pt x="180616" y="90292"/>
                </a:lnTo>
                <a:cubicBezTo>
                  <a:pt x="180779" y="91205"/>
                  <a:pt x="180910" y="92118"/>
                  <a:pt x="181008" y="93064"/>
                </a:cubicBezTo>
                <a:lnTo>
                  <a:pt x="181040" y="93293"/>
                </a:lnTo>
                <a:lnTo>
                  <a:pt x="187173" y="92510"/>
                </a:lnTo>
                <a:lnTo>
                  <a:pt x="187140" y="92314"/>
                </a:lnTo>
                <a:cubicBezTo>
                  <a:pt x="187010" y="91336"/>
                  <a:pt x="186879" y="90324"/>
                  <a:pt x="186716" y="89313"/>
                </a:cubicBezTo>
                <a:lnTo>
                  <a:pt x="186683" y="89117"/>
                </a:lnTo>
                <a:close/>
                <a:moveTo>
                  <a:pt x="65631" y="91597"/>
                </a:moveTo>
                <a:cubicBezTo>
                  <a:pt x="65435" y="92086"/>
                  <a:pt x="65240" y="92640"/>
                  <a:pt x="65077" y="93162"/>
                </a:cubicBezTo>
                <a:lnTo>
                  <a:pt x="65860" y="93391"/>
                </a:lnTo>
                <a:cubicBezTo>
                  <a:pt x="66023" y="92901"/>
                  <a:pt x="66218" y="92379"/>
                  <a:pt x="66381" y="91890"/>
                </a:cubicBezTo>
                <a:lnTo>
                  <a:pt x="65631" y="91597"/>
                </a:lnTo>
                <a:close/>
                <a:moveTo>
                  <a:pt x="74536" y="91923"/>
                </a:moveTo>
                <a:cubicBezTo>
                  <a:pt x="74471" y="92053"/>
                  <a:pt x="74406" y="92184"/>
                  <a:pt x="74341" y="92314"/>
                </a:cubicBezTo>
                <a:lnTo>
                  <a:pt x="76885" y="93554"/>
                </a:lnTo>
                <a:lnTo>
                  <a:pt x="77081" y="93228"/>
                </a:lnTo>
                <a:lnTo>
                  <a:pt x="74536" y="91923"/>
                </a:lnTo>
                <a:close/>
                <a:moveTo>
                  <a:pt x="97774" y="90810"/>
                </a:moveTo>
                <a:cubicBezTo>
                  <a:pt x="97879" y="90810"/>
                  <a:pt x="97983" y="90811"/>
                  <a:pt x="98088" y="90814"/>
                </a:cubicBezTo>
                <a:lnTo>
                  <a:pt x="97990" y="93260"/>
                </a:lnTo>
                <a:cubicBezTo>
                  <a:pt x="97890" y="93257"/>
                  <a:pt x="97791" y="93255"/>
                  <a:pt x="97691" y="93255"/>
                </a:cubicBezTo>
                <a:cubicBezTo>
                  <a:pt x="96818" y="93255"/>
                  <a:pt x="95969" y="93381"/>
                  <a:pt x="95120" y="93586"/>
                </a:cubicBezTo>
                <a:lnTo>
                  <a:pt x="94467" y="91238"/>
                </a:lnTo>
                <a:lnTo>
                  <a:pt x="94500" y="91238"/>
                </a:lnTo>
                <a:cubicBezTo>
                  <a:pt x="95545" y="90969"/>
                  <a:pt x="96645" y="90810"/>
                  <a:pt x="97774" y="90810"/>
                </a:cubicBezTo>
                <a:close/>
                <a:moveTo>
                  <a:pt x="121215" y="92249"/>
                </a:moveTo>
                <a:lnTo>
                  <a:pt x="118671" y="93521"/>
                </a:lnTo>
                <a:cubicBezTo>
                  <a:pt x="118704" y="93619"/>
                  <a:pt x="118769" y="93749"/>
                  <a:pt x="118834" y="93847"/>
                </a:cubicBezTo>
                <a:lnTo>
                  <a:pt x="121411" y="92673"/>
                </a:lnTo>
                <a:cubicBezTo>
                  <a:pt x="121346" y="92510"/>
                  <a:pt x="121281" y="92379"/>
                  <a:pt x="121215" y="92249"/>
                </a:cubicBezTo>
                <a:close/>
                <a:moveTo>
                  <a:pt x="97678" y="90408"/>
                </a:moveTo>
                <a:cubicBezTo>
                  <a:pt x="96486" y="90408"/>
                  <a:pt x="95318" y="90572"/>
                  <a:pt x="94174" y="90879"/>
                </a:cubicBezTo>
                <a:lnTo>
                  <a:pt x="93978" y="90944"/>
                </a:lnTo>
                <a:lnTo>
                  <a:pt x="94859" y="94076"/>
                </a:lnTo>
                <a:lnTo>
                  <a:pt x="95054" y="94043"/>
                </a:lnTo>
                <a:cubicBezTo>
                  <a:pt x="95895" y="93799"/>
                  <a:pt x="96757" y="93668"/>
                  <a:pt x="97624" y="93668"/>
                </a:cubicBezTo>
                <a:cubicBezTo>
                  <a:pt x="97800" y="93668"/>
                  <a:pt x="97977" y="93673"/>
                  <a:pt x="98153" y="93684"/>
                </a:cubicBezTo>
                <a:lnTo>
                  <a:pt x="98382" y="93684"/>
                </a:lnTo>
                <a:lnTo>
                  <a:pt x="98512" y="90422"/>
                </a:lnTo>
                <a:lnTo>
                  <a:pt x="98284" y="90422"/>
                </a:lnTo>
                <a:cubicBezTo>
                  <a:pt x="98081" y="90413"/>
                  <a:pt x="97879" y="90408"/>
                  <a:pt x="97678" y="90408"/>
                </a:cubicBezTo>
                <a:close/>
                <a:moveTo>
                  <a:pt x="101154" y="91238"/>
                </a:moveTo>
                <a:cubicBezTo>
                  <a:pt x="102329" y="91564"/>
                  <a:pt x="103438" y="92053"/>
                  <a:pt x="104481" y="92673"/>
                </a:cubicBezTo>
                <a:lnTo>
                  <a:pt x="103177" y="94761"/>
                </a:lnTo>
                <a:cubicBezTo>
                  <a:pt x="102361" y="94239"/>
                  <a:pt x="101480" y="93880"/>
                  <a:pt x="100567" y="93619"/>
                </a:cubicBezTo>
                <a:lnTo>
                  <a:pt x="101154" y="91238"/>
                </a:lnTo>
                <a:close/>
                <a:moveTo>
                  <a:pt x="130479" y="93130"/>
                </a:moveTo>
                <a:lnTo>
                  <a:pt x="129697" y="93358"/>
                </a:lnTo>
                <a:cubicBezTo>
                  <a:pt x="129860" y="93880"/>
                  <a:pt x="130023" y="94402"/>
                  <a:pt x="130153" y="94924"/>
                </a:cubicBezTo>
                <a:lnTo>
                  <a:pt x="130936" y="94695"/>
                </a:lnTo>
                <a:cubicBezTo>
                  <a:pt x="130806" y="94174"/>
                  <a:pt x="130643" y="93652"/>
                  <a:pt x="130479" y="93130"/>
                </a:cubicBezTo>
                <a:close/>
                <a:moveTo>
                  <a:pt x="38297" y="77317"/>
                </a:moveTo>
                <a:cubicBezTo>
                  <a:pt x="35822" y="82889"/>
                  <a:pt x="34129" y="88828"/>
                  <a:pt x="33308" y="94973"/>
                </a:cubicBezTo>
                <a:lnTo>
                  <a:pt x="33308" y="94973"/>
                </a:lnTo>
                <a:lnTo>
                  <a:pt x="34124" y="95081"/>
                </a:lnTo>
                <a:lnTo>
                  <a:pt x="34124" y="95081"/>
                </a:lnTo>
                <a:cubicBezTo>
                  <a:pt x="34942" y="89014"/>
                  <a:pt x="36613" y="83153"/>
                  <a:pt x="39052" y="77655"/>
                </a:cubicBezTo>
                <a:lnTo>
                  <a:pt x="39052" y="77655"/>
                </a:lnTo>
                <a:lnTo>
                  <a:pt x="38297" y="77317"/>
                </a:lnTo>
                <a:close/>
                <a:moveTo>
                  <a:pt x="100861" y="90748"/>
                </a:moveTo>
                <a:lnTo>
                  <a:pt x="100045" y="93913"/>
                </a:lnTo>
                <a:lnTo>
                  <a:pt x="100273" y="93978"/>
                </a:lnTo>
                <a:cubicBezTo>
                  <a:pt x="101285" y="94239"/>
                  <a:pt x="102263" y="94630"/>
                  <a:pt x="103144" y="95185"/>
                </a:cubicBezTo>
                <a:lnTo>
                  <a:pt x="103307" y="95315"/>
                </a:lnTo>
                <a:lnTo>
                  <a:pt x="105069" y="92543"/>
                </a:lnTo>
                <a:lnTo>
                  <a:pt x="104873" y="92445"/>
                </a:lnTo>
                <a:cubicBezTo>
                  <a:pt x="103699" y="91694"/>
                  <a:pt x="102394" y="91140"/>
                  <a:pt x="101056" y="90814"/>
                </a:cubicBezTo>
                <a:lnTo>
                  <a:pt x="100861" y="90748"/>
                </a:lnTo>
                <a:close/>
                <a:moveTo>
                  <a:pt x="73623" y="93880"/>
                </a:moveTo>
                <a:cubicBezTo>
                  <a:pt x="73590" y="94010"/>
                  <a:pt x="73525" y="94141"/>
                  <a:pt x="73460" y="94271"/>
                </a:cubicBezTo>
                <a:lnTo>
                  <a:pt x="76135" y="95315"/>
                </a:lnTo>
                <a:lnTo>
                  <a:pt x="76135" y="95348"/>
                </a:lnTo>
                <a:cubicBezTo>
                  <a:pt x="76167" y="95217"/>
                  <a:pt x="76233" y="95087"/>
                  <a:pt x="76265" y="94956"/>
                </a:cubicBezTo>
                <a:lnTo>
                  <a:pt x="73623" y="93880"/>
                </a:lnTo>
                <a:close/>
                <a:moveTo>
                  <a:pt x="122096" y="94239"/>
                </a:moveTo>
                <a:lnTo>
                  <a:pt x="119421" y="95283"/>
                </a:lnTo>
                <a:cubicBezTo>
                  <a:pt x="119487" y="95380"/>
                  <a:pt x="119519" y="95511"/>
                  <a:pt x="119584" y="95641"/>
                </a:cubicBezTo>
                <a:lnTo>
                  <a:pt x="122259" y="94630"/>
                </a:lnTo>
                <a:cubicBezTo>
                  <a:pt x="122194" y="94500"/>
                  <a:pt x="122129" y="94369"/>
                  <a:pt x="122096" y="94239"/>
                </a:cubicBezTo>
                <a:close/>
                <a:moveTo>
                  <a:pt x="138765" y="94402"/>
                </a:moveTo>
                <a:cubicBezTo>
                  <a:pt x="138830" y="94761"/>
                  <a:pt x="138895" y="95087"/>
                  <a:pt x="138961" y="95413"/>
                </a:cubicBezTo>
                <a:lnTo>
                  <a:pt x="136677" y="95870"/>
                </a:lnTo>
                <a:cubicBezTo>
                  <a:pt x="136612" y="95544"/>
                  <a:pt x="136547" y="95250"/>
                  <a:pt x="136482" y="94956"/>
                </a:cubicBezTo>
                <a:lnTo>
                  <a:pt x="138765" y="94402"/>
                </a:lnTo>
                <a:close/>
                <a:moveTo>
                  <a:pt x="104747" y="76417"/>
                </a:moveTo>
                <a:cubicBezTo>
                  <a:pt x="109629" y="77655"/>
                  <a:pt x="114144" y="80186"/>
                  <a:pt x="117758" y="83800"/>
                </a:cubicBezTo>
                <a:cubicBezTo>
                  <a:pt x="120203" y="86253"/>
                  <a:pt x="122105" y="89045"/>
                  <a:pt x="123462" y="92025"/>
                </a:cubicBezTo>
                <a:lnTo>
                  <a:pt x="123462" y="92025"/>
                </a:lnTo>
                <a:lnTo>
                  <a:pt x="114724" y="95968"/>
                </a:lnTo>
                <a:cubicBezTo>
                  <a:pt x="113811" y="93978"/>
                  <a:pt x="112539" y="92151"/>
                  <a:pt x="110973" y="90618"/>
                </a:cubicBezTo>
                <a:cubicBezTo>
                  <a:pt x="108624" y="88237"/>
                  <a:pt x="105688" y="86541"/>
                  <a:pt x="102459" y="85725"/>
                </a:cubicBezTo>
                <a:lnTo>
                  <a:pt x="104747" y="76417"/>
                </a:lnTo>
                <a:close/>
                <a:moveTo>
                  <a:pt x="91597" y="92379"/>
                </a:moveTo>
                <a:lnTo>
                  <a:pt x="92738" y="94532"/>
                </a:lnTo>
                <a:cubicBezTo>
                  <a:pt x="91890" y="95022"/>
                  <a:pt x="91107" y="95576"/>
                  <a:pt x="90422" y="96261"/>
                </a:cubicBezTo>
                <a:lnTo>
                  <a:pt x="88661" y="94565"/>
                </a:lnTo>
                <a:lnTo>
                  <a:pt x="88693" y="94565"/>
                </a:lnTo>
                <a:cubicBezTo>
                  <a:pt x="89542" y="93717"/>
                  <a:pt x="90520" y="92967"/>
                  <a:pt x="91597" y="92379"/>
                </a:cubicBezTo>
                <a:close/>
                <a:moveTo>
                  <a:pt x="139058" y="93913"/>
                </a:moveTo>
                <a:lnTo>
                  <a:pt x="135992" y="94630"/>
                </a:lnTo>
                <a:lnTo>
                  <a:pt x="136057" y="94826"/>
                </a:lnTo>
                <a:cubicBezTo>
                  <a:pt x="136155" y="95283"/>
                  <a:pt x="136253" y="95707"/>
                  <a:pt x="136318" y="96131"/>
                </a:cubicBezTo>
                <a:lnTo>
                  <a:pt x="136351" y="96326"/>
                </a:lnTo>
                <a:lnTo>
                  <a:pt x="139450" y="95739"/>
                </a:lnTo>
                <a:lnTo>
                  <a:pt x="139417" y="95511"/>
                </a:lnTo>
                <a:cubicBezTo>
                  <a:pt x="139319" y="95054"/>
                  <a:pt x="139222" y="94598"/>
                  <a:pt x="139124" y="94141"/>
                </a:cubicBezTo>
                <a:lnTo>
                  <a:pt x="139058" y="93913"/>
                </a:lnTo>
                <a:close/>
                <a:moveTo>
                  <a:pt x="171156" y="94761"/>
                </a:moveTo>
                <a:lnTo>
                  <a:pt x="170341" y="94859"/>
                </a:lnTo>
                <a:cubicBezTo>
                  <a:pt x="170406" y="95413"/>
                  <a:pt x="170439" y="95935"/>
                  <a:pt x="170504" y="96490"/>
                </a:cubicBezTo>
                <a:lnTo>
                  <a:pt x="171320" y="96392"/>
                </a:lnTo>
                <a:cubicBezTo>
                  <a:pt x="171254" y="95870"/>
                  <a:pt x="171222" y="95315"/>
                  <a:pt x="171156" y="94761"/>
                </a:cubicBezTo>
                <a:close/>
                <a:moveTo>
                  <a:pt x="98577" y="49550"/>
                </a:moveTo>
                <a:lnTo>
                  <a:pt x="98577" y="50920"/>
                </a:lnTo>
                <a:lnTo>
                  <a:pt x="98806" y="52616"/>
                </a:lnTo>
                <a:cubicBezTo>
                  <a:pt x="98371" y="52605"/>
                  <a:pt x="97937" y="52599"/>
                  <a:pt x="97504" y="52599"/>
                </a:cubicBezTo>
                <a:cubicBezTo>
                  <a:pt x="84040" y="52599"/>
                  <a:pt x="71099" y="57980"/>
                  <a:pt x="61586" y="67556"/>
                </a:cubicBezTo>
                <a:cubicBezTo>
                  <a:pt x="53725" y="75385"/>
                  <a:pt x="48636" y="85562"/>
                  <a:pt x="47136" y="96522"/>
                </a:cubicBezTo>
                <a:lnTo>
                  <a:pt x="45635" y="95315"/>
                </a:lnTo>
                <a:lnTo>
                  <a:pt x="44265" y="95120"/>
                </a:lnTo>
                <a:cubicBezTo>
                  <a:pt x="44461" y="94141"/>
                  <a:pt x="44624" y="93162"/>
                  <a:pt x="44820" y="92151"/>
                </a:cubicBezTo>
                <a:lnTo>
                  <a:pt x="46320" y="92477"/>
                </a:lnTo>
                <a:lnTo>
                  <a:pt x="46353" y="92282"/>
                </a:lnTo>
                <a:cubicBezTo>
                  <a:pt x="46549" y="91433"/>
                  <a:pt x="46777" y="90520"/>
                  <a:pt x="47038" y="89639"/>
                </a:cubicBezTo>
                <a:lnTo>
                  <a:pt x="47070" y="89444"/>
                </a:lnTo>
                <a:lnTo>
                  <a:pt x="45603" y="89020"/>
                </a:lnTo>
                <a:cubicBezTo>
                  <a:pt x="45864" y="88074"/>
                  <a:pt x="46157" y="87128"/>
                  <a:pt x="46483" y="86214"/>
                </a:cubicBezTo>
                <a:lnTo>
                  <a:pt x="47919" y="86704"/>
                </a:lnTo>
                <a:lnTo>
                  <a:pt x="47984" y="86508"/>
                </a:lnTo>
                <a:cubicBezTo>
                  <a:pt x="48277" y="85627"/>
                  <a:pt x="48604" y="84779"/>
                  <a:pt x="48930" y="83964"/>
                </a:cubicBezTo>
                <a:lnTo>
                  <a:pt x="49028" y="83768"/>
                </a:lnTo>
                <a:lnTo>
                  <a:pt x="47625" y="83181"/>
                </a:lnTo>
                <a:cubicBezTo>
                  <a:pt x="47984" y="82267"/>
                  <a:pt x="48408" y="81354"/>
                  <a:pt x="48799" y="80473"/>
                </a:cubicBezTo>
                <a:lnTo>
                  <a:pt x="50169" y="81126"/>
                </a:lnTo>
                <a:lnTo>
                  <a:pt x="50267" y="80963"/>
                </a:lnTo>
                <a:cubicBezTo>
                  <a:pt x="50659" y="80147"/>
                  <a:pt x="51083" y="79299"/>
                  <a:pt x="51507" y="78516"/>
                </a:cubicBezTo>
                <a:lnTo>
                  <a:pt x="51605" y="78320"/>
                </a:lnTo>
                <a:lnTo>
                  <a:pt x="50267" y="77603"/>
                </a:lnTo>
                <a:cubicBezTo>
                  <a:pt x="50757" y="76755"/>
                  <a:pt x="51246" y="75874"/>
                  <a:pt x="51768" y="75058"/>
                </a:cubicBezTo>
                <a:lnTo>
                  <a:pt x="53073" y="75874"/>
                </a:lnTo>
                <a:lnTo>
                  <a:pt x="53170" y="75678"/>
                </a:lnTo>
                <a:cubicBezTo>
                  <a:pt x="53627" y="74928"/>
                  <a:pt x="54149" y="74178"/>
                  <a:pt x="54671" y="73395"/>
                </a:cubicBezTo>
                <a:lnTo>
                  <a:pt x="54801" y="73232"/>
                </a:lnTo>
                <a:lnTo>
                  <a:pt x="53562" y="72383"/>
                </a:lnTo>
                <a:cubicBezTo>
                  <a:pt x="54149" y="71568"/>
                  <a:pt x="54736" y="70785"/>
                  <a:pt x="55356" y="70002"/>
                </a:cubicBezTo>
                <a:lnTo>
                  <a:pt x="56530" y="70948"/>
                </a:lnTo>
                <a:lnTo>
                  <a:pt x="56661" y="70785"/>
                </a:lnTo>
                <a:cubicBezTo>
                  <a:pt x="57248" y="70067"/>
                  <a:pt x="57835" y="69382"/>
                  <a:pt x="58422" y="68697"/>
                </a:cubicBezTo>
                <a:lnTo>
                  <a:pt x="58553" y="68534"/>
                </a:lnTo>
                <a:lnTo>
                  <a:pt x="57444" y="67556"/>
                </a:lnTo>
                <a:cubicBezTo>
                  <a:pt x="58096" y="66805"/>
                  <a:pt x="58781" y="66088"/>
                  <a:pt x="59466" y="65403"/>
                </a:cubicBezTo>
                <a:lnTo>
                  <a:pt x="60542" y="66479"/>
                </a:lnTo>
                <a:lnTo>
                  <a:pt x="60673" y="66316"/>
                </a:lnTo>
                <a:cubicBezTo>
                  <a:pt x="61325" y="65664"/>
                  <a:pt x="62010" y="65044"/>
                  <a:pt x="62663" y="64457"/>
                </a:cubicBezTo>
                <a:lnTo>
                  <a:pt x="62826" y="64294"/>
                </a:lnTo>
                <a:lnTo>
                  <a:pt x="61815" y="63185"/>
                </a:lnTo>
                <a:cubicBezTo>
                  <a:pt x="62565" y="62532"/>
                  <a:pt x="63315" y="61880"/>
                  <a:pt x="64098" y="61293"/>
                </a:cubicBezTo>
                <a:lnTo>
                  <a:pt x="65011" y="62467"/>
                </a:lnTo>
                <a:lnTo>
                  <a:pt x="65174" y="62337"/>
                </a:lnTo>
                <a:cubicBezTo>
                  <a:pt x="65892" y="61782"/>
                  <a:pt x="66642" y="61227"/>
                  <a:pt x="67393" y="60706"/>
                </a:cubicBezTo>
                <a:lnTo>
                  <a:pt x="67556" y="60575"/>
                </a:lnTo>
                <a:lnTo>
                  <a:pt x="66675" y="59368"/>
                </a:lnTo>
                <a:cubicBezTo>
                  <a:pt x="67491" y="58814"/>
                  <a:pt x="68306" y="58259"/>
                  <a:pt x="69154" y="57737"/>
                </a:cubicBezTo>
                <a:lnTo>
                  <a:pt x="69937" y="59009"/>
                </a:lnTo>
                <a:lnTo>
                  <a:pt x="70100" y="58911"/>
                </a:lnTo>
                <a:cubicBezTo>
                  <a:pt x="70883" y="58455"/>
                  <a:pt x="71666" y="57966"/>
                  <a:pt x="72481" y="57541"/>
                </a:cubicBezTo>
                <a:lnTo>
                  <a:pt x="72677" y="57444"/>
                </a:lnTo>
                <a:lnTo>
                  <a:pt x="71927" y="56106"/>
                </a:lnTo>
                <a:cubicBezTo>
                  <a:pt x="72808" y="55649"/>
                  <a:pt x="73688" y="55160"/>
                  <a:pt x="74569" y="54769"/>
                </a:cubicBezTo>
                <a:lnTo>
                  <a:pt x="75221" y="56139"/>
                </a:lnTo>
                <a:lnTo>
                  <a:pt x="75417" y="56041"/>
                </a:lnTo>
                <a:cubicBezTo>
                  <a:pt x="76265" y="55649"/>
                  <a:pt x="77113" y="55291"/>
                  <a:pt x="77929" y="54964"/>
                </a:cubicBezTo>
                <a:lnTo>
                  <a:pt x="78125" y="54867"/>
                </a:lnTo>
                <a:lnTo>
                  <a:pt x="77537" y="53464"/>
                </a:lnTo>
                <a:cubicBezTo>
                  <a:pt x="78451" y="53105"/>
                  <a:pt x="79397" y="52746"/>
                  <a:pt x="80343" y="52453"/>
                </a:cubicBezTo>
                <a:lnTo>
                  <a:pt x="80767" y="53888"/>
                </a:lnTo>
                <a:lnTo>
                  <a:pt x="80963" y="53823"/>
                </a:lnTo>
                <a:cubicBezTo>
                  <a:pt x="81843" y="53497"/>
                  <a:pt x="82724" y="53236"/>
                  <a:pt x="83605" y="53007"/>
                </a:cubicBezTo>
                <a:lnTo>
                  <a:pt x="83800" y="52942"/>
                </a:lnTo>
                <a:lnTo>
                  <a:pt x="83376" y="51474"/>
                </a:lnTo>
                <a:cubicBezTo>
                  <a:pt x="84322" y="51213"/>
                  <a:pt x="85301" y="50985"/>
                  <a:pt x="86280" y="50757"/>
                </a:cubicBezTo>
                <a:lnTo>
                  <a:pt x="86573" y="52257"/>
                </a:lnTo>
                <a:lnTo>
                  <a:pt x="86769" y="52224"/>
                </a:lnTo>
                <a:cubicBezTo>
                  <a:pt x="87650" y="52029"/>
                  <a:pt x="88563" y="51866"/>
                  <a:pt x="89476" y="51702"/>
                </a:cubicBezTo>
                <a:lnTo>
                  <a:pt x="89672" y="51670"/>
                </a:lnTo>
                <a:lnTo>
                  <a:pt x="89444" y="50169"/>
                </a:lnTo>
                <a:cubicBezTo>
                  <a:pt x="90422" y="50039"/>
                  <a:pt x="91401" y="49908"/>
                  <a:pt x="92379" y="49811"/>
                </a:cubicBezTo>
                <a:lnTo>
                  <a:pt x="92510" y="51311"/>
                </a:lnTo>
                <a:lnTo>
                  <a:pt x="92738" y="51311"/>
                </a:lnTo>
                <a:cubicBezTo>
                  <a:pt x="93619" y="51213"/>
                  <a:pt x="94532" y="51181"/>
                  <a:pt x="95446" y="51115"/>
                </a:cubicBezTo>
                <a:lnTo>
                  <a:pt x="95674" y="51115"/>
                </a:lnTo>
                <a:lnTo>
                  <a:pt x="95609" y="49615"/>
                </a:lnTo>
                <a:cubicBezTo>
                  <a:pt x="96587" y="49550"/>
                  <a:pt x="97566" y="49550"/>
                  <a:pt x="98577" y="49550"/>
                </a:cubicBezTo>
                <a:close/>
                <a:moveTo>
                  <a:pt x="56628" y="95185"/>
                </a:moveTo>
                <a:lnTo>
                  <a:pt x="58911" y="95674"/>
                </a:lnTo>
                <a:cubicBezTo>
                  <a:pt x="58846" y="96000"/>
                  <a:pt x="58781" y="96294"/>
                  <a:pt x="58748" y="96587"/>
                </a:cubicBezTo>
                <a:lnTo>
                  <a:pt x="56432" y="96196"/>
                </a:lnTo>
                <a:cubicBezTo>
                  <a:pt x="56498" y="95870"/>
                  <a:pt x="56563" y="95511"/>
                  <a:pt x="56628" y="95185"/>
                </a:cubicBezTo>
                <a:close/>
                <a:moveTo>
                  <a:pt x="91760" y="91825"/>
                </a:moveTo>
                <a:lnTo>
                  <a:pt x="91597" y="91923"/>
                </a:lnTo>
                <a:cubicBezTo>
                  <a:pt x="90390" y="92543"/>
                  <a:pt x="89313" y="93358"/>
                  <a:pt x="88335" y="94304"/>
                </a:cubicBezTo>
                <a:lnTo>
                  <a:pt x="88106" y="94565"/>
                </a:lnTo>
                <a:lnTo>
                  <a:pt x="90422" y="96848"/>
                </a:lnTo>
                <a:lnTo>
                  <a:pt x="90651" y="96620"/>
                </a:lnTo>
                <a:cubicBezTo>
                  <a:pt x="91368" y="95902"/>
                  <a:pt x="92184" y="95283"/>
                  <a:pt x="93097" y="94826"/>
                </a:cubicBezTo>
                <a:lnTo>
                  <a:pt x="93293" y="94728"/>
                </a:lnTo>
                <a:lnTo>
                  <a:pt x="91760" y="91825"/>
                </a:lnTo>
                <a:close/>
                <a:moveTo>
                  <a:pt x="56335" y="94728"/>
                </a:moveTo>
                <a:lnTo>
                  <a:pt x="56269" y="94924"/>
                </a:lnTo>
                <a:cubicBezTo>
                  <a:pt x="56171" y="95380"/>
                  <a:pt x="56106" y="95837"/>
                  <a:pt x="56008" y="96326"/>
                </a:cubicBezTo>
                <a:lnTo>
                  <a:pt x="55976" y="96522"/>
                </a:lnTo>
                <a:lnTo>
                  <a:pt x="59075" y="97077"/>
                </a:lnTo>
                <a:lnTo>
                  <a:pt x="59107" y="96881"/>
                </a:lnTo>
                <a:cubicBezTo>
                  <a:pt x="59172" y="96424"/>
                  <a:pt x="59270" y="96000"/>
                  <a:pt x="59368" y="95576"/>
                </a:cubicBezTo>
                <a:lnTo>
                  <a:pt x="59401" y="95380"/>
                </a:lnTo>
                <a:lnTo>
                  <a:pt x="56335" y="94728"/>
                </a:lnTo>
                <a:close/>
                <a:moveTo>
                  <a:pt x="72905" y="95902"/>
                </a:moveTo>
                <a:cubicBezTo>
                  <a:pt x="72873" y="96033"/>
                  <a:pt x="72808" y="96196"/>
                  <a:pt x="72775" y="96326"/>
                </a:cubicBezTo>
                <a:lnTo>
                  <a:pt x="75515" y="97142"/>
                </a:lnTo>
                <a:lnTo>
                  <a:pt x="75613" y="96783"/>
                </a:lnTo>
                <a:lnTo>
                  <a:pt x="72905" y="95902"/>
                </a:lnTo>
                <a:close/>
                <a:moveTo>
                  <a:pt x="97413" y="49202"/>
                </a:moveTo>
                <a:cubicBezTo>
                  <a:pt x="96751" y="49202"/>
                  <a:pt x="96082" y="49218"/>
                  <a:pt x="95413" y="49256"/>
                </a:cubicBezTo>
                <a:lnTo>
                  <a:pt x="95217" y="49256"/>
                </a:lnTo>
                <a:lnTo>
                  <a:pt x="95283" y="50789"/>
                </a:lnTo>
                <a:cubicBezTo>
                  <a:pt x="94467" y="50822"/>
                  <a:pt x="93684" y="50854"/>
                  <a:pt x="92934" y="50920"/>
                </a:cubicBezTo>
                <a:lnTo>
                  <a:pt x="92804" y="49419"/>
                </a:lnTo>
                <a:lnTo>
                  <a:pt x="92575" y="49452"/>
                </a:lnTo>
                <a:cubicBezTo>
                  <a:pt x="91466" y="49517"/>
                  <a:pt x="90324" y="49680"/>
                  <a:pt x="89215" y="49843"/>
                </a:cubicBezTo>
                <a:lnTo>
                  <a:pt x="89020" y="49876"/>
                </a:lnTo>
                <a:lnTo>
                  <a:pt x="89248" y="51376"/>
                </a:lnTo>
                <a:cubicBezTo>
                  <a:pt x="88465" y="51507"/>
                  <a:pt x="87682" y="51637"/>
                  <a:pt x="86932" y="51800"/>
                </a:cubicBezTo>
                <a:lnTo>
                  <a:pt x="86638" y="50300"/>
                </a:lnTo>
                <a:lnTo>
                  <a:pt x="86410" y="50332"/>
                </a:lnTo>
                <a:cubicBezTo>
                  <a:pt x="85334" y="50593"/>
                  <a:pt x="84192" y="50854"/>
                  <a:pt x="83115" y="51148"/>
                </a:cubicBezTo>
                <a:lnTo>
                  <a:pt x="82920" y="51213"/>
                </a:lnTo>
                <a:lnTo>
                  <a:pt x="83344" y="52681"/>
                </a:lnTo>
                <a:cubicBezTo>
                  <a:pt x="82593" y="52909"/>
                  <a:pt x="81811" y="53138"/>
                  <a:pt x="81093" y="53366"/>
                </a:cubicBezTo>
                <a:lnTo>
                  <a:pt x="80604" y="51931"/>
                </a:lnTo>
                <a:lnTo>
                  <a:pt x="80408" y="51996"/>
                </a:lnTo>
                <a:cubicBezTo>
                  <a:pt x="79332" y="52355"/>
                  <a:pt x="78255" y="52779"/>
                  <a:pt x="77211" y="53170"/>
                </a:cubicBezTo>
                <a:lnTo>
                  <a:pt x="77016" y="53268"/>
                </a:lnTo>
                <a:lnTo>
                  <a:pt x="77603" y="54671"/>
                </a:lnTo>
                <a:cubicBezTo>
                  <a:pt x="76885" y="54964"/>
                  <a:pt x="76167" y="55258"/>
                  <a:pt x="75450" y="55617"/>
                </a:cubicBezTo>
                <a:lnTo>
                  <a:pt x="74797" y="54214"/>
                </a:lnTo>
                <a:lnTo>
                  <a:pt x="74602" y="54312"/>
                </a:lnTo>
                <a:cubicBezTo>
                  <a:pt x="73590" y="54801"/>
                  <a:pt x="72579" y="55323"/>
                  <a:pt x="71568" y="55845"/>
                </a:cubicBezTo>
                <a:lnTo>
                  <a:pt x="71405" y="55943"/>
                </a:lnTo>
                <a:lnTo>
                  <a:pt x="72123" y="57280"/>
                </a:lnTo>
                <a:cubicBezTo>
                  <a:pt x="71438" y="57639"/>
                  <a:pt x="70752" y="58063"/>
                  <a:pt x="70067" y="58455"/>
                </a:cubicBezTo>
                <a:lnTo>
                  <a:pt x="69285" y="57183"/>
                </a:lnTo>
                <a:lnTo>
                  <a:pt x="69121" y="57280"/>
                </a:lnTo>
                <a:cubicBezTo>
                  <a:pt x="68143" y="57868"/>
                  <a:pt x="67197" y="58520"/>
                  <a:pt x="66251" y="59172"/>
                </a:cubicBezTo>
                <a:lnTo>
                  <a:pt x="66088" y="59270"/>
                </a:lnTo>
                <a:lnTo>
                  <a:pt x="66969" y="60510"/>
                </a:lnTo>
                <a:cubicBezTo>
                  <a:pt x="66349" y="60967"/>
                  <a:pt x="65696" y="61423"/>
                  <a:pt x="65077" y="61913"/>
                </a:cubicBezTo>
                <a:lnTo>
                  <a:pt x="64163" y="60738"/>
                </a:lnTo>
                <a:lnTo>
                  <a:pt x="64000" y="60869"/>
                </a:lnTo>
                <a:cubicBezTo>
                  <a:pt x="63119" y="61554"/>
                  <a:pt x="62239" y="62304"/>
                  <a:pt x="61391" y="63054"/>
                </a:cubicBezTo>
                <a:lnTo>
                  <a:pt x="61227" y="63185"/>
                </a:lnTo>
                <a:lnTo>
                  <a:pt x="62239" y="64294"/>
                </a:lnTo>
                <a:cubicBezTo>
                  <a:pt x="61652" y="64848"/>
                  <a:pt x="61097" y="65370"/>
                  <a:pt x="60542" y="65925"/>
                </a:cubicBezTo>
                <a:lnTo>
                  <a:pt x="59466" y="64848"/>
                </a:lnTo>
                <a:lnTo>
                  <a:pt x="59172" y="65142"/>
                </a:lnTo>
                <a:cubicBezTo>
                  <a:pt x="58422" y="65892"/>
                  <a:pt x="57672" y="66675"/>
                  <a:pt x="56987" y="67458"/>
                </a:cubicBezTo>
                <a:lnTo>
                  <a:pt x="56856" y="67621"/>
                </a:lnTo>
                <a:lnTo>
                  <a:pt x="57966" y="68600"/>
                </a:lnTo>
                <a:cubicBezTo>
                  <a:pt x="57444" y="69187"/>
                  <a:pt x="56954" y="69807"/>
                  <a:pt x="56465" y="70394"/>
                </a:cubicBezTo>
                <a:lnTo>
                  <a:pt x="55291" y="69448"/>
                </a:lnTo>
                <a:lnTo>
                  <a:pt x="55160" y="69611"/>
                </a:lnTo>
                <a:cubicBezTo>
                  <a:pt x="54475" y="70492"/>
                  <a:pt x="53758" y="71405"/>
                  <a:pt x="53105" y="72351"/>
                </a:cubicBezTo>
                <a:lnTo>
                  <a:pt x="53007" y="72514"/>
                </a:lnTo>
                <a:lnTo>
                  <a:pt x="54214" y="73362"/>
                </a:lnTo>
                <a:cubicBezTo>
                  <a:pt x="53790" y="74014"/>
                  <a:pt x="53333" y="74667"/>
                  <a:pt x="52909" y="75319"/>
                </a:cubicBezTo>
                <a:lnTo>
                  <a:pt x="51637" y="74504"/>
                </a:lnTo>
                <a:lnTo>
                  <a:pt x="51539" y="74699"/>
                </a:lnTo>
                <a:cubicBezTo>
                  <a:pt x="50952" y="75645"/>
                  <a:pt x="50365" y="76624"/>
                  <a:pt x="49811" y="77635"/>
                </a:cubicBezTo>
                <a:lnTo>
                  <a:pt x="49713" y="77798"/>
                </a:lnTo>
                <a:lnTo>
                  <a:pt x="51050" y="78516"/>
                </a:lnTo>
                <a:cubicBezTo>
                  <a:pt x="50691" y="79201"/>
                  <a:pt x="50332" y="79919"/>
                  <a:pt x="49974" y="80604"/>
                </a:cubicBezTo>
                <a:lnTo>
                  <a:pt x="48604" y="79951"/>
                </a:lnTo>
                <a:lnTo>
                  <a:pt x="48538" y="80147"/>
                </a:lnTo>
                <a:cubicBezTo>
                  <a:pt x="48049" y="81158"/>
                  <a:pt x="47560" y="82202"/>
                  <a:pt x="47136" y="83246"/>
                </a:cubicBezTo>
                <a:lnTo>
                  <a:pt x="47070" y="83442"/>
                </a:lnTo>
                <a:lnTo>
                  <a:pt x="48473" y="83996"/>
                </a:lnTo>
                <a:cubicBezTo>
                  <a:pt x="48212" y="84714"/>
                  <a:pt x="47919" y="85464"/>
                  <a:pt x="47658" y="86214"/>
                </a:cubicBezTo>
                <a:lnTo>
                  <a:pt x="46222" y="85725"/>
                </a:lnTo>
                <a:lnTo>
                  <a:pt x="46157" y="85888"/>
                </a:lnTo>
                <a:cubicBezTo>
                  <a:pt x="45798" y="86997"/>
                  <a:pt x="45439" y="88074"/>
                  <a:pt x="45146" y="89150"/>
                </a:cubicBezTo>
                <a:lnTo>
                  <a:pt x="45113" y="89346"/>
                </a:lnTo>
                <a:lnTo>
                  <a:pt x="46581" y="89770"/>
                </a:lnTo>
                <a:cubicBezTo>
                  <a:pt x="46353" y="90520"/>
                  <a:pt x="46157" y="91303"/>
                  <a:pt x="45994" y="92053"/>
                </a:cubicBezTo>
                <a:lnTo>
                  <a:pt x="44526" y="91727"/>
                </a:lnTo>
                <a:lnTo>
                  <a:pt x="44461" y="91923"/>
                </a:lnTo>
                <a:cubicBezTo>
                  <a:pt x="44233" y="92999"/>
                  <a:pt x="44004" y="94141"/>
                  <a:pt x="43841" y="95250"/>
                </a:cubicBezTo>
                <a:lnTo>
                  <a:pt x="43808" y="95446"/>
                </a:lnTo>
                <a:lnTo>
                  <a:pt x="45472" y="95707"/>
                </a:lnTo>
                <a:lnTo>
                  <a:pt x="47429" y="97305"/>
                </a:lnTo>
                <a:lnTo>
                  <a:pt x="47495" y="96979"/>
                </a:lnTo>
                <a:cubicBezTo>
                  <a:pt x="48962" y="85953"/>
                  <a:pt x="54018" y="75743"/>
                  <a:pt x="61913" y="67882"/>
                </a:cubicBezTo>
                <a:cubicBezTo>
                  <a:pt x="71340" y="58392"/>
                  <a:pt x="84157" y="53049"/>
                  <a:pt x="97536" y="53049"/>
                </a:cubicBezTo>
                <a:cubicBezTo>
                  <a:pt x="98046" y="53049"/>
                  <a:pt x="98556" y="53057"/>
                  <a:pt x="99067" y="53073"/>
                </a:cubicBezTo>
                <a:lnTo>
                  <a:pt x="99295" y="53073"/>
                </a:lnTo>
                <a:lnTo>
                  <a:pt x="99001" y="50952"/>
                </a:lnTo>
                <a:lnTo>
                  <a:pt x="99034" y="49223"/>
                </a:lnTo>
                <a:lnTo>
                  <a:pt x="98806" y="49223"/>
                </a:lnTo>
                <a:cubicBezTo>
                  <a:pt x="98346" y="49210"/>
                  <a:pt x="97881" y="49202"/>
                  <a:pt x="97413" y="49202"/>
                </a:cubicBezTo>
                <a:close/>
                <a:moveTo>
                  <a:pt x="122781" y="96261"/>
                </a:moveTo>
                <a:lnTo>
                  <a:pt x="120074" y="97077"/>
                </a:lnTo>
                <a:cubicBezTo>
                  <a:pt x="120106" y="97207"/>
                  <a:pt x="120139" y="97338"/>
                  <a:pt x="120172" y="97468"/>
                </a:cubicBezTo>
                <a:lnTo>
                  <a:pt x="122912" y="96685"/>
                </a:lnTo>
                <a:cubicBezTo>
                  <a:pt x="122879" y="96555"/>
                  <a:pt x="122846" y="96424"/>
                  <a:pt x="122781" y="96261"/>
                </a:cubicBezTo>
                <a:close/>
                <a:moveTo>
                  <a:pt x="64098" y="96783"/>
                </a:moveTo>
                <a:cubicBezTo>
                  <a:pt x="64000" y="97305"/>
                  <a:pt x="63902" y="97860"/>
                  <a:pt x="63804" y="98414"/>
                </a:cubicBezTo>
                <a:lnTo>
                  <a:pt x="64620" y="98512"/>
                </a:lnTo>
                <a:lnTo>
                  <a:pt x="64653" y="98512"/>
                </a:lnTo>
                <a:cubicBezTo>
                  <a:pt x="64718" y="97990"/>
                  <a:pt x="64848" y="97468"/>
                  <a:pt x="64914" y="96914"/>
                </a:cubicBezTo>
                <a:lnTo>
                  <a:pt x="64098" y="96783"/>
                </a:lnTo>
                <a:close/>
                <a:moveTo>
                  <a:pt x="106928" y="94598"/>
                </a:moveTo>
                <a:cubicBezTo>
                  <a:pt x="107776" y="95446"/>
                  <a:pt x="108526" y="96424"/>
                  <a:pt x="109113" y="97501"/>
                </a:cubicBezTo>
                <a:lnTo>
                  <a:pt x="106961" y="98642"/>
                </a:lnTo>
                <a:cubicBezTo>
                  <a:pt x="106471" y="97794"/>
                  <a:pt x="105917" y="97044"/>
                  <a:pt x="105232" y="96359"/>
                </a:cubicBezTo>
                <a:lnTo>
                  <a:pt x="106928" y="94598"/>
                </a:lnTo>
                <a:close/>
                <a:moveTo>
                  <a:pt x="72318" y="98023"/>
                </a:moveTo>
                <a:cubicBezTo>
                  <a:pt x="72286" y="98153"/>
                  <a:pt x="72253" y="98284"/>
                  <a:pt x="72220" y="98414"/>
                </a:cubicBezTo>
                <a:lnTo>
                  <a:pt x="75026" y="99001"/>
                </a:lnTo>
                <a:cubicBezTo>
                  <a:pt x="75058" y="98871"/>
                  <a:pt x="75091" y="98773"/>
                  <a:pt x="75124" y="98642"/>
                </a:cubicBezTo>
                <a:lnTo>
                  <a:pt x="72318" y="98023"/>
                </a:lnTo>
                <a:close/>
                <a:moveTo>
                  <a:pt x="106928" y="94010"/>
                </a:moveTo>
                <a:lnTo>
                  <a:pt x="104645" y="96359"/>
                </a:lnTo>
                <a:lnTo>
                  <a:pt x="104905" y="96620"/>
                </a:lnTo>
                <a:cubicBezTo>
                  <a:pt x="105623" y="97338"/>
                  <a:pt x="106210" y="98153"/>
                  <a:pt x="106700" y="99034"/>
                </a:cubicBezTo>
                <a:lnTo>
                  <a:pt x="106797" y="99197"/>
                </a:lnTo>
                <a:lnTo>
                  <a:pt x="109668" y="97664"/>
                </a:lnTo>
                <a:lnTo>
                  <a:pt x="109570" y="97501"/>
                </a:lnTo>
                <a:cubicBezTo>
                  <a:pt x="108950" y="96326"/>
                  <a:pt x="108167" y="95250"/>
                  <a:pt x="107221" y="94304"/>
                </a:cubicBezTo>
                <a:lnTo>
                  <a:pt x="106928" y="94010"/>
                </a:lnTo>
                <a:close/>
                <a:moveTo>
                  <a:pt x="9492" y="96522"/>
                </a:moveTo>
                <a:lnTo>
                  <a:pt x="14875" y="96914"/>
                </a:lnTo>
                <a:cubicBezTo>
                  <a:pt x="14809" y="97696"/>
                  <a:pt x="14744" y="98512"/>
                  <a:pt x="14712" y="99327"/>
                </a:cubicBezTo>
                <a:lnTo>
                  <a:pt x="9329" y="99099"/>
                </a:lnTo>
                <a:cubicBezTo>
                  <a:pt x="9395" y="98218"/>
                  <a:pt x="9427" y="97338"/>
                  <a:pt x="9492" y="96522"/>
                </a:cubicBezTo>
                <a:close/>
                <a:moveTo>
                  <a:pt x="123336" y="98382"/>
                </a:moveTo>
                <a:lnTo>
                  <a:pt x="120530" y="98969"/>
                </a:lnTo>
                <a:lnTo>
                  <a:pt x="120596" y="99360"/>
                </a:lnTo>
                <a:lnTo>
                  <a:pt x="123401" y="98806"/>
                </a:lnTo>
                <a:lnTo>
                  <a:pt x="123336" y="98382"/>
                </a:lnTo>
                <a:close/>
                <a:moveTo>
                  <a:pt x="9068" y="96033"/>
                </a:moveTo>
                <a:lnTo>
                  <a:pt x="9068" y="96261"/>
                </a:lnTo>
                <a:cubicBezTo>
                  <a:pt x="9003" y="97240"/>
                  <a:pt x="8938" y="98251"/>
                  <a:pt x="8905" y="99262"/>
                </a:cubicBezTo>
                <a:lnTo>
                  <a:pt x="8905" y="99458"/>
                </a:lnTo>
                <a:lnTo>
                  <a:pt x="15103" y="99752"/>
                </a:lnTo>
                <a:lnTo>
                  <a:pt x="15070" y="99556"/>
                </a:lnTo>
                <a:cubicBezTo>
                  <a:pt x="15136" y="98610"/>
                  <a:pt x="15201" y="97664"/>
                  <a:pt x="15266" y="96751"/>
                </a:cubicBezTo>
                <a:lnTo>
                  <a:pt x="15266" y="96522"/>
                </a:lnTo>
                <a:lnTo>
                  <a:pt x="9068" y="96033"/>
                </a:lnTo>
                <a:close/>
                <a:moveTo>
                  <a:pt x="139483" y="98610"/>
                </a:moveTo>
                <a:cubicBezTo>
                  <a:pt x="139515" y="98936"/>
                  <a:pt x="139548" y="99262"/>
                  <a:pt x="139580" y="99621"/>
                </a:cubicBezTo>
                <a:lnTo>
                  <a:pt x="137264" y="99817"/>
                </a:lnTo>
                <a:cubicBezTo>
                  <a:pt x="137232" y="99523"/>
                  <a:pt x="137199" y="99230"/>
                  <a:pt x="137167" y="98903"/>
                </a:cubicBezTo>
                <a:lnTo>
                  <a:pt x="139483" y="98610"/>
                </a:lnTo>
                <a:close/>
                <a:moveTo>
                  <a:pt x="131752" y="98349"/>
                </a:moveTo>
                <a:lnTo>
                  <a:pt x="130936" y="98479"/>
                </a:lnTo>
                <a:cubicBezTo>
                  <a:pt x="131001" y="99034"/>
                  <a:pt x="131067" y="99556"/>
                  <a:pt x="131132" y="100110"/>
                </a:cubicBezTo>
                <a:lnTo>
                  <a:pt x="131947" y="99980"/>
                </a:lnTo>
                <a:cubicBezTo>
                  <a:pt x="131882" y="99425"/>
                  <a:pt x="131817" y="98871"/>
                  <a:pt x="131752" y="98349"/>
                </a:cubicBezTo>
                <a:close/>
                <a:moveTo>
                  <a:pt x="171483" y="98414"/>
                </a:moveTo>
                <a:lnTo>
                  <a:pt x="170667" y="98479"/>
                </a:lnTo>
                <a:cubicBezTo>
                  <a:pt x="170732" y="99034"/>
                  <a:pt x="170765" y="99588"/>
                  <a:pt x="170765" y="100110"/>
                </a:cubicBezTo>
                <a:lnTo>
                  <a:pt x="171580" y="100045"/>
                </a:lnTo>
                <a:cubicBezTo>
                  <a:pt x="171548" y="99523"/>
                  <a:pt x="171515" y="98969"/>
                  <a:pt x="171483" y="98414"/>
                </a:cubicBezTo>
                <a:close/>
                <a:moveTo>
                  <a:pt x="139841" y="98153"/>
                </a:moveTo>
                <a:lnTo>
                  <a:pt x="136742" y="98545"/>
                </a:lnTo>
                <a:lnTo>
                  <a:pt x="136775" y="98740"/>
                </a:lnTo>
                <a:cubicBezTo>
                  <a:pt x="136808" y="99197"/>
                  <a:pt x="136873" y="99621"/>
                  <a:pt x="136906" y="100078"/>
                </a:cubicBezTo>
                <a:lnTo>
                  <a:pt x="136906" y="100273"/>
                </a:lnTo>
                <a:lnTo>
                  <a:pt x="140070" y="99980"/>
                </a:lnTo>
                <a:lnTo>
                  <a:pt x="140037" y="99784"/>
                </a:lnTo>
                <a:cubicBezTo>
                  <a:pt x="140004" y="99295"/>
                  <a:pt x="139939" y="98838"/>
                  <a:pt x="139874" y="98349"/>
                </a:cubicBezTo>
                <a:lnTo>
                  <a:pt x="139841" y="98153"/>
                </a:lnTo>
                <a:close/>
                <a:moveTo>
                  <a:pt x="55976" y="99393"/>
                </a:moveTo>
                <a:lnTo>
                  <a:pt x="58292" y="99654"/>
                </a:lnTo>
                <a:lnTo>
                  <a:pt x="58226" y="100567"/>
                </a:lnTo>
                <a:lnTo>
                  <a:pt x="55878" y="100404"/>
                </a:lnTo>
                <a:cubicBezTo>
                  <a:pt x="55910" y="100078"/>
                  <a:pt x="55943" y="99719"/>
                  <a:pt x="55976" y="99393"/>
                </a:cubicBezTo>
                <a:close/>
                <a:moveTo>
                  <a:pt x="71959" y="100143"/>
                </a:moveTo>
                <a:cubicBezTo>
                  <a:pt x="71927" y="100273"/>
                  <a:pt x="71927" y="100404"/>
                  <a:pt x="71894" y="100567"/>
                </a:cubicBezTo>
                <a:lnTo>
                  <a:pt x="74732" y="100926"/>
                </a:lnTo>
                <a:lnTo>
                  <a:pt x="74765" y="100534"/>
                </a:lnTo>
                <a:lnTo>
                  <a:pt x="71959" y="100143"/>
                </a:lnTo>
                <a:close/>
                <a:moveTo>
                  <a:pt x="86736" y="96979"/>
                </a:moveTo>
                <a:lnTo>
                  <a:pt x="88824" y="98316"/>
                </a:lnTo>
                <a:cubicBezTo>
                  <a:pt x="88302" y="99132"/>
                  <a:pt x="87943" y="100013"/>
                  <a:pt x="87682" y="100926"/>
                </a:cubicBezTo>
                <a:lnTo>
                  <a:pt x="85301" y="100339"/>
                </a:lnTo>
                <a:cubicBezTo>
                  <a:pt x="85627" y="99164"/>
                  <a:pt x="86116" y="98023"/>
                  <a:pt x="86736" y="96979"/>
                </a:cubicBezTo>
                <a:close/>
                <a:moveTo>
                  <a:pt x="55617" y="98936"/>
                </a:moveTo>
                <a:lnTo>
                  <a:pt x="55584" y="99164"/>
                </a:lnTo>
                <a:cubicBezTo>
                  <a:pt x="55519" y="99621"/>
                  <a:pt x="55486" y="100110"/>
                  <a:pt x="55454" y="100567"/>
                </a:cubicBezTo>
                <a:lnTo>
                  <a:pt x="55454" y="100795"/>
                </a:lnTo>
                <a:lnTo>
                  <a:pt x="58585" y="101024"/>
                </a:lnTo>
                <a:lnTo>
                  <a:pt x="58585" y="100828"/>
                </a:lnTo>
                <a:cubicBezTo>
                  <a:pt x="58618" y="100371"/>
                  <a:pt x="58651" y="99947"/>
                  <a:pt x="58716" y="99491"/>
                </a:cubicBezTo>
                <a:lnTo>
                  <a:pt x="58748" y="99295"/>
                </a:lnTo>
                <a:lnTo>
                  <a:pt x="55617" y="98936"/>
                </a:lnTo>
                <a:close/>
                <a:moveTo>
                  <a:pt x="123695" y="100502"/>
                </a:moveTo>
                <a:lnTo>
                  <a:pt x="120857" y="100861"/>
                </a:lnTo>
                <a:cubicBezTo>
                  <a:pt x="120857" y="100991"/>
                  <a:pt x="120889" y="101122"/>
                  <a:pt x="120889" y="101252"/>
                </a:cubicBezTo>
                <a:lnTo>
                  <a:pt x="123727" y="100926"/>
                </a:lnTo>
                <a:cubicBezTo>
                  <a:pt x="123727" y="100795"/>
                  <a:pt x="123695" y="100665"/>
                  <a:pt x="123695" y="100502"/>
                </a:cubicBezTo>
                <a:close/>
                <a:moveTo>
                  <a:pt x="187271" y="98545"/>
                </a:moveTo>
                <a:cubicBezTo>
                  <a:pt x="187336" y="99425"/>
                  <a:pt x="187369" y="100273"/>
                  <a:pt x="187369" y="101154"/>
                </a:cubicBezTo>
                <a:lnTo>
                  <a:pt x="181986" y="101285"/>
                </a:lnTo>
                <a:cubicBezTo>
                  <a:pt x="181986" y="100469"/>
                  <a:pt x="181954" y="99654"/>
                  <a:pt x="181921" y="98838"/>
                </a:cubicBezTo>
                <a:lnTo>
                  <a:pt x="187271" y="98545"/>
                </a:lnTo>
                <a:close/>
                <a:moveTo>
                  <a:pt x="86638" y="96424"/>
                </a:moveTo>
                <a:lnTo>
                  <a:pt x="86508" y="96587"/>
                </a:lnTo>
                <a:cubicBezTo>
                  <a:pt x="85758" y="97762"/>
                  <a:pt x="85203" y="99067"/>
                  <a:pt x="84844" y="100404"/>
                </a:cubicBezTo>
                <a:lnTo>
                  <a:pt x="84812" y="100600"/>
                </a:lnTo>
                <a:lnTo>
                  <a:pt x="87976" y="101415"/>
                </a:lnTo>
                <a:lnTo>
                  <a:pt x="88008" y="101219"/>
                </a:lnTo>
                <a:cubicBezTo>
                  <a:pt x="88269" y="100208"/>
                  <a:pt x="88693" y="99230"/>
                  <a:pt x="89281" y="98349"/>
                </a:cubicBezTo>
                <a:lnTo>
                  <a:pt x="89378" y="98186"/>
                </a:lnTo>
                <a:lnTo>
                  <a:pt x="86638" y="96424"/>
                </a:lnTo>
                <a:close/>
                <a:moveTo>
                  <a:pt x="162153" y="94174"/>
                </a:moveTo>
                <a:lnTo>
                  <a:pt x="161338" y="94304"/>
                </a:lnTo>
                <a:cubicBezTo>
                  <a:pt x="161695" y="96732"/>
                  <a:pt x="161914" y="99185"/>
                  <a:pt x="161994" y="101644"/>
                </a:cubicBezTo>
                <a:lnTo>
                  <a:pt x="161994" y="101644"/>
                </a:lnTo>
                <a:lnTo>
                  <a:pt x="162833" y="101619"/>
                </a:lnTo>
                <a:lnTo>
                  <a:pt x="162833" y="101619"/>
                </a:lnTo>
                <a:cubicBezTo>
                  <a:pt x="162752" y="99130"/>
                  <a:pt x="162525" y="96646"/>
                  <a:pt x="162153" y="94174"/>
                </a:cubicBezTo>
                <a:close/>
                <a:moveTo>
                  <a:pt x="187695" y="98153"/>
                </a:moveTo>
                <a:lnTo>
                  <a:pt x="181497" y="98479"/>
                </a:lnTo>
                <a:lnTo>
                  <a:pt x="181497" y="98675"/>
                </a:lnTo>
                <a:cubicBezTo>
                  <a:pt x="181530" y="99621"/>
                  <a:pt x="181595" y="100567"/>
                  <a:pt x="181595" y="101513"/>
                </a:cubicBezTo>
                <a:lnTo>
                  <a:pt x="181595" y="101709"/>
                </a:lnTo>
                <a:lnTo>
                  <a:pt x="187793" y="101578"/>
                </a:lnTo>
                <a:lnTo>
                  <a:pt x="187793" y="101383"/>
                </a:lnTo>
                <a:cubicBezTo>
                  <a:pt x="187793" y="100339"/>
                  <a:pt x="187727" y="99327"/>
                  <a:pt x="187695" y="98349"/>
                </a:cubicBezTo>
                <a:lnTo>
                  <a:pt x="187695" y="98153"/>
                </a:lnTo>
                <a:close/>
                <a:moveTo>
                  <a:pt x="159739" y="75841"/>
                </a:moveTo>
                <a:lnTo>
                  <a:pt x="150051" y="80180"/>
                </a:lnTo>
                <a:lnTo>
                  <a:pt x="150149" y="80375"/>
                </a:lnTo>
                <a:cubicBezTo>
                  <a:pt x="153216" y="87193"/>
                  <a:pt x="154879" y="94565"/>
                  <a:pt x="155107" y="102068"/>
                </a:cubicBezTo>
                <a:lnTo>
                  <a:pt x="155107" y="102263"/>
                </a:lnTo>
                <a:lnTo>
                  <a:pt x="162005" y="102050"/>
                </a:lnTo>
                <a:lnTo>
                  <a:pt x="162005" y="102050"/>
                </a:lnTo>
                <a:cubicBezTo>
                  <a:pt x="162002" y="101915"/>
                  <a:pt x="161998" y="101780"/>
                  <a:pt x="161994" y="101644"/>
                </a:cubicBezTo>
                <a:lnTo>
                  <a:pt x="161994" y="101644"/>
                </a:lnTo>
                <a:lnTo>
                  <a:pt x="155499" y="101839"/>
                </a:lnTo>
                <a:cubicBezTo>
                  <a:pt x="155271" y="94435"/>
                  <a:pt x="153607" y="87160"/>
                  <a:pt x="150606" y="80375"/>
                </a:cubicBezTo>
                <a:lnTo>
                  <a:pt x="159544" y="76396"/>
                </a:lnTo>
                <a:cubicBezTo>
                  <a:pt x="163067" y="84322"/>
                  <a:pt x="165024" y="92869"/>
                  <a:pt x="165285" y="101546"/>
                </a:cubicBezTo>
                <a:lnTo>
                  <a:pt x="162833" y="101619"/>
                </a:lnTo>
                <a:lnTo>
                  <a:pt x="162833" y="101619"/>
                </a:lnTo>
                <a:cubicBezTo>
                  <a:pt x="162838" y="101754"/>
                  <a:pt x="162842" y="101889"/>
                  <a:pt x="162845" y="102024"/>
                </a:cubicBezTo>
                <a:lnTo>
                  <a:pt x="162845" y="102024"/>
                </a:lnTo>
                <a:lnTo>
                  <a:pt x="165676" y="101937"/>
                </a:lnTo>
                <a:lnTo>
                  <a:pt x="165676" y="101709"/>
                </a:lnTo>
                <a:cubicBezTo>
                  <a:pt x="165448" y="92869"/>
                  <a:pt x="163458" y="84127"/>
                  <a:pt x="159837" y="76037"/>
                </a:cubicBezTo>
                <a:lnTo>
                  <a:pt x="159739" y="75841"/>
                </a:lnTo>
                <a:close/>
                <a:moveTo>
                  <a:pt x="71731" y="102263"/>
                </a:moveTo>
                <a:cubicBezTo>
                  <a:pt x="71731" y="102426"/>
                  <a:pt x="71731" y="102557"/>
                  <a:pt x="71731" y="102720"/>
                </a:cubicBezTo>
                <a:lnTo>
                  <a:pt x="74569" y="102818"/>
                </a:lnTo>
                <a:cubicBezTo>
                  <a:pt x="74569" y="102687"/>
                  <a:pt x="74569" y="102557"/>
                  <a:pt x="74602" y="102426"/>
                </a:cubicBezTo>
                <a:lnTo>
                  <a:pt x="71731" y="102263"/>
                </a:lnTo>
                <a:close/>
                <a:moveTo>
                  <a:pt x="123890" y="102655"/>
                </a:moveTo>
                <a:lnTo>
                  <a:pt x="121020" y="102785"/>
                </a:lnTo>
                <a:lnTo>
                  <a:pt x="121020" y="103177"/>
                </a:lnTo>
                <a:lnTo>
                  <a:pt x="123890" y="103079"/>
                </a:lnTo>
                <a:lnTo>
                  <a:pt x="123890" y="102655"/>
                </a:lnTo>
                <a:close/>
                <a:moveTo>
                  <a:pt x="171678" y="102100"/>
                </a:moveTo>
                <a:lnTo>
                  <a:pt x="170863" y="102133"/>
                </a:lnTo>
                <a:lnTo>
                  <a:pt x="170863" y="103764"/>
                </a:lnTo>
                <a:lnTo>
                  <a:pt x="171678" y="103764"/>
                </a:lnTo>
                <a:cubicBezTo>
                  <a:pt x="171678" y="103209"/>
                  <a:pt x="171678" y="102655"/>
                  <a:pt x="171678" y="102100"/>
                </a:cubicBezTo>
                <a:close/>
                <a:moveTo>
                  <a:pt x="63446" y="102133"/>
                </a:moveTo>
                <a:cubicBezTo>
                  <a:pt x="63413" y="102655"/>
                  <a:pt x="63413" y="103209"/>
                  <a:pt x="63413" y="103764"/>
                </a:cubicBezTo>
                <a:lnTo>
                  <a:pt x="64229" y="103796"/>
                </a:lnTo>
                <a:cubicBezTo>
                  <a:pt x="64229" y="103242"/>
                  <a:pt x="64229" y="102720"/>
                  <a:pt x="64261" y="102165"/>
                </a:cubicBezTo>
                <a:lnTo>
                  <a:pt x="63446" y="102133"/>
                </a:lnTo>
                <a:close/>
                <a:moveTo>
                  <a:pt x="139809" y="102850"/>
                </a:moveTo>
                <a:lnTo>
                  <a:pt x="139809" y="103862"/>
                </a:lnTo>
                <a:lnTo>
                  <a:pt x="137460" y="103862"/>
                </a:lnTo>
                <a:cubicBezTo>
                  <a:pt x="137460" y="103535"/>
                  <a:pt x="137460" y="103242"/>
                  <a:pt x="137460" y="102883"/>
                </a:cubicBezTo>
                <a:lnTo>
                  <a:pt x="139809" y="102850"/>
                </a:lnTo>
                <a:close/>
                <a:moveTo>
                  <a:pt x="110288" y="100371"/>
                </a:moveTo>
                <a:cubicBezTo>
                  <a:pt x="110581" y="101480"/>
                  <a:pt x="110712" y="102622"/>
                  <a:pt x="110712" y="103764"/>
                </a:cubicBezTo>
                <a:lnTo>
                  <a:pt x="110712" y="103992"/>
                </a:lnTo>
                <a:lnTo>
                  <a:pt x="108265" y="103894"/>
                </a:lnTo>
                <a:lnTo>
                  <a:pt x="108265" y="103764"/>
                </a:lnTo>
                <a:cubicBezTo>
                  <a:pt x="108265" y="102850"/>
                  <a:pt x="108167" y="101937"/>
                  <a:pt x="107939" y="101056"/>
                </a:cubicBezTo>
                <a:lnTo>
                  <a:pt x="110288" y="100371"/>
                </a:lnTo>
                <a:close/>
                <a:moveTo>
                  <a:pt x="140200" y="102426"/>
                </a:moveTo>
                <a:lnTo>
                  <a:pt x="137069" y="102492"/>
                </a:lnTo>
                <a:lnTo>
                  <a:pt x="137069" y="102720"/>
                </a:lnTo>
                <a:lnTo>
                  <a:pt x="137069" y="104025"/>
                </a:lnTo>
                <a:lnTo>
                  <a:pt x="137069" y="104253"/>
                </a:lnTo>
                <a:lnTo>
                  <a:pt x="140200" y="104253"/>
                </a:lnTo>
                <a:lnTo>
                  <a:pt x="140200" y="104057"/>
                </a:lnTo>
                <a:lnTo>
                  <a:pt x="140200" y="102622"/>
                </a:lnTo>
                <a:lnTo>
                  <a:pt x="140200" y="102426"/>
                </a:lnTo>
                <a:close/>
                <a:moveTo>
                  <a:pt x="110549" y="99882"/>
                </a:moveTo>
                <a:lnTo>
                  <a:pt x="107417" y="100763"/>
                </a:lnTo>
                <a:lnTo>
                  <a:pt x="107450" y="100958"/>
                </a:lnTo>
                <a:cubicBezTo>
                  <a:pt x="107743" y="101872"/>
                  <a:pt x="107874" y="102818"/>
                  <a:pt x="107874" y="103764"/>
                </a:cubicBezTo>
                <a:lnTo>
                  <a:pt x="107874" y="104090"/>
                </a:lnTo>
                <a:lnTo>
                  <a:pt x="107874" y="104286"/>
                </a:lnTo>
                <a:lnTo>
                  <a:pt x="111136" y="104416"/>
                </a:lnTo>
                <a:lnTo>
                  <a:pt x="111136" y="104416"/>
                </a:lnTo>
                <a:lnTo>
                  <a:pt x="111103" y="104188"/>
                </a:lnTo>
                <a:lnTo>
                  <a:pt x="111103" y="103731"/>
                </a:lnTo>
                <a:cubicBezTo>
                  <a:pt x="111103" y="102492"/>
                  <a:pt x="110940" y="101252"/>
                  <a:pt x="110614" y="100078"/>
                </a:cubicBezTo>
                <a:lnTo>
                  <a:pt x="110549" y="99882"/>
                </a:lnTo>
                <a:close/>
                <a:moveTo>
                  <a:pt x="55747" y="103633"/>
                </a:moveTo>
                <a:lnTo>
                  <a:pt x="58096" y="103666"/>
                </a:lnTo>
                <a:lnTo>
                  <a:pt x="58096" y="104579"/>
                </a:lnTo>
                <a:lnTo>
                  <a:pt x="55747" y="104645"/>
                </a:lnTo>
                <a:lnTo>
                  <a:pt x="55747" y="103633"/>
                </a:lnTo>
                <a:close/>
                <a:moveTo>
                  <a:pt x="74569" y="104351"/>
                </a:moveTo>
                <a:lnTo>
                  <a:pt x="71731" y="104416"/>
                </a:lnTo>
                <a:lnTo>
                  <a:pt x="71731" y="104840"/>
                </a:lnTo>
                <a:lnTo>
                  <a:pt x="74569" y="104742"/>
                </a:lnTo>
                <a:lnTo>
                  <a:pt x="74569" y="104351"/>
                </a:lnTo>
                <a:close/>
                <a:moveTo>
                  <a:pt x="55356" y="103209"/>
                </a:moveTo>
                <a:lnTo>
                  <a:pt x="55356" y="103438"/>
                </a:lnTo>
                <a:lnTo>
                  <a:pt x="55356" y="104840"/>
                </a:lnTo>
                <a:lnTo>
                  <a:pt x="55356" y="105069"/>
                </a:lnTo>
                <a:lnTo>
                  <a:pt x="58520" y="104971"/>
                </a:lnTo>
                <a:lnTo>
                  <a:pt x="58520" y="104775"/>
                </a:lnTo>
                <a:lnTo>
                  <a:pt x="58520" y="103438"/>
                </a:lnTo>
                <a:lnTo>
                  <a:pt x="58520" y="103242"/>
                </a:lnTo>
                <a:lnTo>
                  <a:pt x="55356" y="103209"/>
                </a:lnTo>
                <a:close/>
                <a:moveTo>
                  <a:pt x="120987" y="104677"/>
                </a:moveTo>
                <a:lnTo>
                  <a:pt x="120987" y="105069"/>
                </a:lnTo>
                <a:lnTo>
                  <a:pt x="123825" y="105232"/>
                </a:lnTo>
                <a:lnTo>
                  <a:pt x="123858" y="105232"/>
                </a:lnTo>
                <a:cubicBezTo>
                  <a:pt x="123858" y="105101"/>
                  <a:pt x="123858" y="104938"/>
                  <a:pt x="123825" y="104775"/>
                </a:cubicBezTo>
                <a:lnTo>
                  <a:pt x="120987" y="104677"/>
                </a:lnTo>
                <a:close/>
                <a:moveTo>
                  <a:pt x="132143" y="103731"/>
                </a:moveTo>
                <a:lnTo>
                  <a:pt x="131328" y="103764"/>
                </a:lnTo>
                <a:cubicBezTo>
                  <a:pt x="131328" y="104286"/>
                  <a:pt x="131328" y="104840"/>
                  <a:pt x="131295" y="105362"/>
                </a:cubicBezTo>
                <a:lnTo>
                  <a:pt x="132110" y="105395"/>
                </a:lnTo>
                <a:cubicBezTo>
                  <a:pt x="132143" y="104840"/>
                  <a:pt x="132176" y="104318"/>
                  <a:pt x="132143" y="103764"/>
                </a:cubicBezTo>
                <a:lnTo>
                  <a:pt x="132143" y="103731"/>
                </a:lnTo>
                <a:close/>
                <a:moveTo>
                  <a:pt x="74699" y="106243"/>
                </a:moveTo>
                <a:lnTo>
                  <a:pt x="71862" y="106569"/>
                </a:lnTo>
                <a:lnTo>
                  <a:pt x="71894" y="106993"/>
                </a:lnTo>
                <a:lnTo>
                  <a:pt x="74732" y="106634"/>
                </a:lnTo>
                <a:cubicBezTo>
                  <a:pt x="74732" y="106504"/>
                  <a:pt x="74699" y="106373"/>
                  <a:pt x="74699" y="106243"/>
                </a:cubicBezTo>
                <a:close/>
                <a:moveTo>
                  <a:pt x="84877" y="103405"/>
                </a:moveTo>
                <a:lnTo>
                  <a:pt x="87291" y="103503"/>
                </a:lnTo>
                <a:lnTo>
                  <a:pt x="87291" y="103764"/>
                </a:lnTo>
                <a:cubicBezTo>
                  <a:pt x="87291" y="104645"/>
                  <a:pt x="87421" y="105493"/>
                  <a:pt x="87617" y="106341"/>
                </a:cubicBezTo>
                <a:lnTo>
                  <a:pt x="85268" y="106993"/>
                </a:lnTo>
                <a:cubicBezTo>
                  <a:pt x="85007" y="105949"/>
                  <a:pt x="84844" y="104840"/>
                  <a:pt x="84877" y="103764"/>
                </a:cubicBezTo>
                <a:lnTo>
                  <a:pt x="84877" y="103405"/>
                </a:lnTo>
                <a:close/>
                <a:moveTo>
                  <a:pt x="120857" y="106569"/>
                </a:moveTo>
                <a:lnTo>
                  <a:pt x="120791" y="106961"/>
                </a:lnTo>
                <a:lnTo>
                  <a:pt x="123629" y="107352"/>
                </a:lnTo>
                <a:lnTo>
                  <a:pt x="123629" y="107385"/>
                </a:lnTo>
                <a:cubicBezTo>
                  <a:pt x="123662" y="107254"/>
                  <a:pt x="123662" y="107091"/>
                  <a:pt x="123695" y="106928"/>
                </a:cubicBezTo>
                <a:lnTo>
                  <a:pt x="120857" y="106569"/>
                </a:lnTo>
                <a:close/>
                <a:moveTo>
                  <a:pt x="170830" y="105754"/>
                </a:moveTo>
                <a:cubicBezTo>
                  <a:pt x="170830" y="106308"/>
                  <a:pt x="170798" y="106863"/>
                  <a:pt x="170765" y="107385"/>
                </a:cubicBezTo>
                <a:lnTo>
                  <a:pt x="171548" y="107447"/>
                </a:lnTo>
                <a:lnTo>
                  <a:pt x="171548" y="107447"/>
                </a:lnTo>
                <a:cubicBezTo>
                  <a:pt x="171581" y="106894"/>
                  <a:pt x="171613" y="106340"/>
                  <a:pt x="171646" y="105786"/>
                </a:cubicBezTo>
                <a:lnTo>
                  <a:pt x="170830" y="105754"/>
                </a:lnTo>
                <a:close/>
                <a:moveTo>
                  <a:pt x="171548" y="107447"/>
                </a:moveTo>
                <a:lnTo>
                  <a:pt x="171548" y="107447"/>
                </a:lnTo>
                <a:cubicBezTo>
                  <a:pt x="171548" y="107448"/>
                  <a:pt x="171548" y="107449"/>
                  <a:pt x="171548" y="107450"/>
                </a:cubicBezTo>
                <a:lnTo>
                  <a:pt x="171580" y="107450"/>
                </a:lnTo>
                <a:lnTo>
                  <a:pt x="171548" y="107447"/>
                </a:lnTo>
                <a:close/>
                <a:moveTo>
                  <a:pt x="84453" y="102981"/>
                </a:moveTo>
                <a:lnTo>
                  <a:pt x="84453" y="103177"/>
                </a:lnTo>
                <a:lnTo>
                  <a:pt x="84453" y="103764"/>
                </a:lnTo>
                <a:cubicBezTo>
                  <a:pt x="84453" y="104938"/>
                  <a:pt x="84616" y="106145"/>
                  <a:pt x="84942" y="107319"/>
                </a:cubicBezTo>
                <a:lnTo>
                  <a:pt x="84975" y="107515"/>
                </a:lnTo>
                <a:lnTo>
                  <a:pt x="88139" y="106634"/>
                </a:lnTo>
                <a:lnTo>
                  <a:pt x="88074" y="106439"/>
                </a:lnTo>
                <a:cubicBezTo>
                  <a:pt x="87845" y="105558"/>
                  <a:pt x="87715" y="104677"/>
                  <a:pt x="87715" y="103764"/>
                </a:cubicBezTo>
                <a:lnTo>
                  <a:pt x="87715" y="103307"/>
                </a:lnTo>
                <a:lnTo>
                  <a:pt x="87715" y="103111"/>
                </a:lnTo>
                <a:lnTo>
                  <a:pt x="84453" y="102981"/>
                </a:lnTo>
                <a:close/>
                <a:moveTo>
                  <a:pt x="14646" y="105395"/>
                </a:moveTo>
                <a:cubicBezTo>
                  <a:pt x="14646" y="106210"/>
                  <a:pt x="14679" y="106993"/>
                  <a:pt x="14744" y="107809"/>
                </a:cubicBezTo>
                <a:lnTo>
                  <a:pt x="9362" y="108102"/>
                </a:lnTo>
                <a:cubicBezTo>
                  <a:pt x="9297" y="107254"/>
                  <a:pt x="9264" y="106373"/>
                  <a:pt x="9264" y="105493"/>
                </a:cubicBezTo>
                <a:lnTo>
                  <a:pt x="14646" y="105395"/>
                </a:lnTo>
                <a:close/>
                <a:moveTo>
                  <a:pt x="137362" y="106928"/>
                </a:moveTo>
                <a:lnTo>
                  <a:pt x="139678" y="107091"/>
                </a:lnTo>
                <a:cubicBezTo>
                  <a:pt x="139646" y="107417"/>
                  <a:pt x="139613" y="107776"/>
                  <a:pt x="139580" y="108102"/>
                </a:cubicBezTo>
                <a:lnTo>
                  <a:pt x="137268" y="107842"/>
                </a:lnTo>
                <a:lnTo>
                  <a:pt x="137268" y="107842"/>
                </a:lnTo>
                <a:cubicBezTo>
                  <a:pt x="137299" y="107528"/>
                  <a:pt x="137331" y="107243"/>
                  <a:pt x="137362" y="106928"/>
                </a:cubicBezTo>
                <a:close/>
                <a:moveTo>
                  <a:pt x="15038" y="104971"/>
                </a:moveTo>
                <a:lnTo>
                  <a:pt x="8840" y="105101"/>
                </a:lnTo>
                <a:lnTo>
                  <a:pt x="8840" y="105297"/>
                </a:lnTo>
                <a:cubicBezTo>
                  <a:pt x="8873" y="106308"/>
                  <a:pt x="8905" y="107319"/>
                  <a:pt x="8970" y="108331"/>
                </a:cubicBezTo>
                <a:lnTo>
                  <a:pt x="8970" y="108526"/>
                </a:lnTo>
                <a:lnTo>
                  <a:pt x="15168" y="108200"/>
                </a:lnTo>
                <a:lnTo>
                  <a:pt x="15168" y="107972"/>
                </a:lnTo>
                <a:cubicBezTo>
                  <a:pt x="15103" y="107058"/>
                  <a:pt x="15070" y="106112"/>
                  <a:pt x="15038" y="105166"/>
                </a:cubicBezTo>
                <a:lnTo>
                  <a:pt x="15038" y="104971"/>
                </a:lnTo>
                <a:close/>
                <a:moveTo>
                  <a:pt x="136971" y="106471"/>
                </a:moveTo>
                <a:lnTo>
                  <a:pt x="136971" y="106700"/>
                </a:lnTo>
                <a:cubicBezTo>
                  <a:pt x="136938" y="107124"/>
                  <a:pt x="136873" y="107580"/>
                  <a:pt x="136840" y="108004"/>
                </a:cubicBezTo>
                <a:lnTo>
                  <a:pt x="136808" y="108200"/>
                </a:lnTo>
                <a:lnTo>
                  <a:pt x="139939" y="108559"/>
                </a:lnTo>
                <a:lnTo>
                  <a:pt x="139972" y="108331"/>
                </a:lnTo>
                <a:cubicBezTo>
                  <a:pt x="140004" y="107874"/>
                  <a:pt x="140070" y="107385"/>
                  <a:pt x="140102" y="106928"/>
                </a:cubicBezTo>
                <a:lnTo>
                  <a:pt x="140102" y="106700"/>
                </a:lnTo>
                <a:lnTo>
                  <a:pt x="136971" y="106471"/>
                </a:lnTo>
                <a:close/>
                <a:moveTo>
                  <a:pt x="24856" y="107417"/>
                </a:moveTo>
                <a:lnTo>
                  <a:pt x="24041" y="107450"/>
                </a:lnTo>
                <a:cubicBezTo>
                  <a:pt x="24073" y="107874"/>
                  <a:pt x="24106" y="108298"/>
                  <a:pt x="24139" y="108722"/>
                </a:cubicBezTo>
                <a:lnTo>
                  <a:pt x="24954" y="108689"/>
                </a:lnTo>
                <a:cubicBezTo>
                  <a:pt x="24922" y="108265"/>
                  <a:pt x="24889" y="107841"/>
                  <a:pt x="24856" y="107417"/>
                </a:cubicBezTo>
                <a:close/>
                <a:moveTo>
                  <a:pt x="58259" y="107678"/>
                </a:moveTo>
                <a:cubicBezTo>
                  <a:pt x="58292" y="107972"/>
                  <a:pt x="58324" y="108298"/>
                  <a:pt x="58357" y="108592"/>
                </a:cubicBezTo>
                <a:lnTo>
                  <a:pt x="56041" y="108885"/>
                </a:lnTo>
                <a:cubicBezTo>
                  <a:pt x="56008" y="108559"/>
                  <a:pt x="55976" y="108200"/>
                  <a:pt x="55943" y="107874"/>
                </a:cubicBezTo>
                <a:lnTo>
                  <a:pt x="58259" y="107678"/>
                </a:lnTo>
                <a:close/>
                <a:moveTo>
                  <a:pt x="74960" y="108167"/>
                </a:moveTo>
                <a:lnTo>
                  <a:pt x="72155" y="108722"/>
                </a:lnTo>
                <a:lnTo>
                  <a:pt x="72253" y="109113"/>
                </a:lnTo>
                <a:lnTo>
                  <a:pt x="75058" y="108559"/>
                </a:lnTo>
                <a:cubicBezTo>
                  <a:pt x="75026" y="108428"/>
                  <a:pt x="74993" y="108298"/>
                  <a:pt x="74960" y="108167"/>
                </a:cubicBezTo>
                <a:close/>
                <a:moveTo>
                  <a:pt x="64424" y="107417"/>
                </a:moveTo>
                <a:lnTo>
                  <a:pt x="63609" y="107515"/>
                </a:lnTo>
                <a:cubicBezTo>
                  <a:pt x="63674" y="108037"/>
                  <a:pt x="63739" y="108592"/>
                  <a:pt x="63804" y="109146"/>
                </a:cubicBezTo>
                <a:lnTo>
                  <a:pt x="64620" y="109016"/>
                </a:lnTo>
                <a:cubicBezTo>
                  <a:pt x="64555" y="108494"/>
                  <a:pt x="64457" y="107939"/>
                  <a:pt x="64424" y="107417"/>
                </a:cubicBezTo>
                <a:close/>
                <a:moveTo>
                  <a:pt x="58651" y="107221"/>
                </a:moveTo>
                <a:lnTo>
                  <a:pt x="55486" y="107515"/>
                </a:lnTo>
                <a:lnTo>
                  <a:pt x="55519" y="107711"/>
                </a:lnTo>
                <a:cubicBezTo>
                  <a:pt x="55552" y="108200"/>
                  <a:pt x="55617" y="108657"/>
                  <a:pt x="55682" y="109146"/>
                </a:cubicBezTo>
                <a:lnTo>
                  <a:pt x="55715" y="109342"/>
                </a:lnTo>
                <a:lnTo>
                  <a:pt x="58814" y="108950"/>
                </a:lnTo>
                <a:lnTo>
                  <a:pt x="58814" y="108755"/>
                </a:lnTo>
                <a:cubicBezTo>
                  <a:pt x="58748" y="108298"/>
                  <a:pt x="58683" y="107874"/>
                  <a:pt x="58651" y="107417"/>
                </a:cubicBezTo>
                <a:lnTo>
                  <a:pt x="58651" y="107221"/>
                </a:lnTo>
                <a:close/>
                <a:moveTo>
                  <a:pt x="120530" y="108494"/>
                </a:moveTo>
                <a:cubicBezTo>
                  <a:pt x="120530" y="108624"/>
                  <a:pt x="120498" y="108722"/>
                  <a:pt x="120465" y="108852"/>
                </a:cubicBezTo>
                <a:lnTo>
                  <a:pt x="123238" y="109472"/>
                </a:lnTo>
                <a:lnTo>
                  <a:pt x="123238" y="109505"/>
                </a:lnTo>
                <a:cubicBezTo>
                  <a:pt x="123270" y="109374"/>
                  <a:pt x="123303" y="109211"/>
                  <a:pt x="123336" y="109048"/>
                </a:cubicBezTo>
                <a:lnTo>
                  <a:pt x="120530" y="108494"/>
                </a:lnTo>
                <a:close/>
                <a:moveTo>
                  <a:pt x="107939" y="106504"/>
                </a:moveTo>
                <a:lnTo>
                  <a:pt x="110320" y="107091"/>
                </a:lnTo>
                <a:cubicBezTo>
                  <a:pt x="109994" y="108265"/>
                  <a:pt x="109538" y="109374"/>
                  <a:pt x="108918" y="110418"/>
                </a:cubicBezTo>
                <a:lnTo>
                  <a:pt x="106830" y="109146"/>
                </a:lnTo>
                <a:lnTo>
                  <a:pt x="106830" y="109113"/>
                </a:lnTo>
                <a:cubicBezTo>
                  <a:pt x="107319" y="108298"/>
                  <a:pt x="107678" y="107417"/>
                  <a:pt x="107939" y="106504"/>
                </a:cubicBezTo>
                <a:close/>
                <a:moveTo>
                  <a:pt x="130904" y="108950"/>
                </a:moveTo>
                <a:cubicBezTo>
                  <a:pt x="130838" y="109505"/>
                  <a:pt x="130740" y="110027"/>
                  <a:pt x="130610" y="110549"/>
                </a:cubicBezTo>
                <a:lnTo>
                  <a:pt x="131425" y="110712"/>
                </a:lnTo>
                <a:lnTo>
                  <a:pt x="131458" y="110744"/>
                </a:lnTo>
                <a:cubicBezTo>
                  <a:pt x="131556" y="110190"/>
                  <a:pt x="131654" y="109668"/>
                  <a:pt x="131719" y="109081"/>
                </a:cubicBezTo>
                <a:lnTo>
                  <a:pt x="130904" y="108950"/>
                </a:lnTo>
                <a:close/>
                <a:moveTo>
                  <a:pt x="107646" y="106015"/>
                </a:moveTo>
                <a:lnTo>
                  <a:pt x="107580" y="106210"/>
                </a:lnTo>
                <a:cubicBezTo>
                  <a:pt x="107352" y="107221"/>
                  <a:pt x="106928" y="108200"/>
                  <a:pt x="106373" y="109113"/>
                </a:cubicBezTo>
                <a:lnTo>
                  <a:pt x="106276" y="109277"/>
                </a:lnTo>
                <a:lnTo>
                  <a:pt x="109048" y="110973"/>
                </a:lnTo>
                <a:lnTo>
                  <a:pt x="109113" y="110842"/>
                </a:lnTo>
                <a:cubicBezTo>
                  <a:pt x="109864" y="109635"/>
                  <a:pt x="110418" y="108331"/>
                  <a:pt x="110744" y="106993"/>
                </a:cubicBezTo>
                <a:lnTo>
                  <a:pt x="110810" y="106797"/>
                </a:lnTo>
                <a:lnTo>
                  <a:pt x="107646" y="106015"/>
                </a:lnTo>
                <a:close/>
                <a:moveTo>
                  <a:pt x="170635" y="109407"/>
                </a:moveTo>
                <a:cubicBezTo>
                  <a:pt x="170602" y="109962"/>
                  <a:pt x="170569" y="110483"/>
                  <a:pt x="170504" y="111038"/>
                </a:cubicBezTo>
                <a:lnTo>
                  <a:pt x="171287" y="111101"/>
                </a:lnTo>
                <a:lnTo>
                  <a:pt x="171287" y="111101"/>
                </a:lnTo>
                <a:cubicBezTo>
                  <a:pt x="171352" y="110580"/>
                  <a:pt x="171385" y="110026"/>
                  <a:pt x="171450" y="109472"/>
                </a:cubicBezTo>
                <a:lnTo>
                  <a:pt x="170635" y="109407"/>
                </a:lnTo>
                <a:close/>
                <a:moveTo>
                  <a:pt x="171287" y="111101"/>
                </a:moveTo>
                <a:cubicBezTo>
                  <a:pt x="171287" y="111102"/>
                  <a:pt x="171287" y="111102"/>
                  <a:pt x="171287" y="111103"/>
                </a:cubicBezTo>
                <a:lnTo>
                  <a:pt x="171320" y="111103"/>
                </a:lnTo>
                <a:lnTo>
                  <a:pt x="171287" y="111101"/>
                </a:lnTo>
                <a:close/>
                <a:moveTo>
                  <a:pt x="75417" y="110027"/>
                </a:moveTo>
                <a:lnTo>
                  <a:pt x="72677" y="110810"/>
                </a:lnTo>
                <a:cubicBezTo>
                  <a:pt x="72710" y="110940"/>
                  <a:pt x="72742" y="111071"/>
                  <a:pt x="72775" y="111201"/>
                </a:cubicBezTo>
                <a:lnTo>
                  <a:pt x="75515" y="110386"/>
                </a:lnTo>
                <a:cubicBezTo>
                  <a:pt x="75482" y="110288"/>
                  <a:pt x="75450" y="110157"/>
                  <a:pt x="75417" y="110027"/>
                </a:cubicBezTo>
                <a:close/>
                <a:moveTo>
                  <a:pt x="120074" y="110353"/>
                </a:moveTo>
                <a:lnTo>
                  <a:pt x="119976" y="110712"/>
                </a:lnTo>
                <a:lnTo>
                  <a:pt x="122683" y="111560"/>
                </a:lnTo>
                <a:lnTo>
                  <a:pt x="122814" y="111168"/>
                </a:lnTo>
                <a:lnTo>
                  <a:pt x="120074" y="110353"/>
                </a:lnTo>
                <a:close/>
                <a:moveTo>
                  <a:pt x="136808" y="110908"/>
                </a:moveTo>
                <a:lnTo>
                  <a:pt x="139124" y="111299"/>
                </a:lnTo>
                <a:cubicBezTo>
                  <a:pt x="139058" y="111625"/>
                  <a:pt x="138993" y="111984"/>
                  <a:pt x="138928" y="112310"/>
                </a:cubicBezTo>
                <a:lnTo>
                  <a:pt x="136645" y="111821"/>
                </a:lnTo>
                <a:cubicBezTo>
                  <a:pt x="136710" y="111527"/>
                  <a:pt x="136775" y="111234"/>
                  <a:pt x="136808" y="110908"/>
                </a:cubicBezTo>
                <a:close/>
                <a:moveTo>
                  <a:pt x="25117" y="110712"/>
                </a:moveTo>
                <a:lnTo>
                  <a:pt x="24302" y="110777"/>
                </a:lnTo>
                <a:cubicBezTo>
                  <a:pt x="24334" y="111332"/>
                  <a:pt x="24400" y="111854"/>
                  <a:pt x="24465" y="112408"/>
                </a:cubicBezTo>
                <a:lnTo>
                  <a:pt x="25280" y="112343"/>
                </a:lnTo>
                <a:cubicBezTo>
                  <a:pt x="25215" y="111788"/>
                  <a:pt x="25150" y="111234"/>
                  <a:pt x="25117" y="110712"/>
                </a:cubicBezTo>
                <a:close/>
                <a:moveTo>
                  <a:pt x="136482" y="110418"/>
                </a:moveTo>
                <a:lnTo>
                  <a:pt x="136449" y="110614"/>
                </a:lnTo>
                <a:cubicBezTo>
                  <a:pt x="136384" y="111071"/>
                  <a:pt x="136286" y="111495"/>
                  <a:pt x="136188" y="111919"/>
                </a:cubicBezTo>
                <a:lnTo>
                  <a:pt x="136155" y="112114"/>
                </a:lnTo>
                <a:lnTo>
                  <a:pt x="139222" y="112767"/>
                </a:lnTo>
                <a:lnTo>
                  <a:pt x="139287" y="112571"/>
                </a:lnTo>
                <a:cubicBezTo>
                  <a:pt x="139352" y="112114"/>
                  <a:pt x="139450" y="111658"/>
                  <a:pt x="139548" y="111168"/>
                </a:cubicBezTo>
                <a:lnTo>
                  <a:pt x="139580" y="110973"/>
                </a:lnTo>
                <a:lnTo>
                  <a:pt x="136482" y="110418"/>
                </a:lnTo>
                <a:close/>
                <a:moveTo>
                  <a:pt x="88563" y="108787"/>
                </a:moveTo>
                <a:cubicBezTo>
                  <a:pt x="89020" y="109635"/>
                  <a:pt x="89607" y="110386"/>
                  <a:pt x="90259" y="111103"/>
                </a:cubicBezTo>
                <a:lnTo>
                  <a:pt x="88563" y="112832"/>
                </a:lnTo>
                <a:cubicBezTo>
                  <a:pt x="87715" y="111951"/>
                  <a:pt x="86965" y="110973"/>
                  <a:pt x="86410" y="109896"/>
                </a:cubicBezTo>
                <a:lnTo>
                  <a:pt x="88563" y="108787"/>
                </a:lnTo>
                <a:close/>
                <a:moveTo>
                  <a:pt x="58846" y="111625"/>
                </a:moveTo>
                <a:cubicBezTo>
                  <a:pt x="58911" y="111951"/>
                  <a:pt x="58977" y="112245"/>
                  <a:pt x="59042" y="112539"/>
                </a:cubicBezTo>
                <a:lnTo>
                  <a:pt x="56791" y="113093"/>
                </a:lnTo>
                <a:cubicBezTo>
                  <a:pt x="56726" y="112734"/>
                  <a:pt x="56628" y="112408"/>
                  <a:pt x="56563" y="112082"/>
                </a:cubicBezTo>
                <a:lnTo>
                  <a:pt x="58846" y="111625"/>
                </a:lnTo>
                <a:close/>
                <a:moveTo>
                  <a:pt x="76004" y="111854"/>
                </a:moveTo>
                <a:lnTo>
                  <a:pt x="73329" y="112832"/>
                </a:lnTo>
                <a:lnTo>
                  <a:pt x="73493" y="113256"/>
                </a:lnTo>
                <a:lnTo>
                  <a:pt x="76135" y="112212"/>
                </a:lnTo>
                <a:lnTo>
                  <a:pt x="76004" y="111854"/>
                </a:lnTo>
                <a:close/>
                <a:moveTo>
                  <a:pt x="88759" y="108233"/>
                </a:moveTo>
                <a:lnTo>
                  <a:pt x="85855" y="109733"/>
                </a:lnTo>
                <a:lnTo>
                  <a:pt x="85953" y="109929"/>
                </a:lnTo>
                <a:cubicBezTo>
                  <a:pt x="86573" y="111136"/>
                  <a:pt x="87389" y="112245"/>
                  <a:pt x="88367" y="113224"/>
                </a:cubicBezTo>
                <a:lnTo>
                  <a:pt x="88563" y="113419"/>
                </a:lnTo>
                <a:lnTo>
                  <a:pt x="90846" y="111103"/>
                </a:lnTo>
                <a:lnTo>
                  <a:pt x="90683" y="110908"/>
                </a:lnTo>
                <a:cubicBezTo>
                  <a:pt x="89933" y="110190"/>
                  <a:pt x="89313" y="109342"/>
                  <a:pt x="88824" y="108428"/>
                </a:cubicBezTo>
                <a:lnTo>
                  <a:pt x="88759" y="108233"/>
                </a:lnTo>
                <a:close/>
                <a:moveTo>
                  <a:pt x="59172" y="111168"/>
                </a:moveTo>
                <a:lnTo>
                  <a:pt x="56106" y="111756"/>
                </a:lnTo>
                <a:lnTo>
                  <a:pt x="56139" y="111951"/>
                </a:lnTo>
                <a:cubicBezTo>
                  <a:pt x="56237" y="112441"/>
                  <a:pt x="56335" y="112897"/>
                  <a:pt x="56432" y="113354"/>
                </a:cubicBezTo>
                <a:lnTo>
                  <a:pt x="56465" y="113582"/>
                </a:lnTo>
                <a:lnTo>
                  <a:pt x="59531" y="112865"/>
                </a:lnTo>
                <a:lnTo>
                  <a:pt x="59499" y="112669"/>
                </a:lnTo>
                <a:cubicBezTo>
                  <a:pt x="59401" y="112212"/>
                  <a:pt x="59303" y="111788"/>
                  <a:pt x="59205" y="111364"/>
                </a:cubicBezTo>
                <a:lnTo>
                  <a:pt x="59172" y="111168"/>
                </a:lnTo>
                <a:close/>
                <a:moveTo>
                  <a:pt x="119454" y="112147"/>
                </a:moveTo>
                <a:cubicBezTo>
                  <a:pt x="119421" y="112278"/>
                  <a:pt x="119356" y="112408"/>
                  <a:pt x="119323" y="112506"/>
                </a:cubicBezTo>
                <a:lnTo>
                  <a:pt x="121966" y="113582"/>
                </a:lnTo>
                <a:lnTo>
                  <a:pt x="122129" y="113191"/>
                </a:lnTo>
                <a:lnTo>
                  <a:pt x="119454" y="112147"/>
                </a:lnTo>
                <a:close/>
                <a:moveTo>
                  <a:pt x="65403" y="112604"/>
                </a:moveTo>
                <a:lnTo>
                  <a:pt x="64587" y="112799"/>
                </a:lnTo>
                <a:cubicBezTo>
                  <a:pt x="64750" y="113321"/>
                  <a:pt x="64914" y="113876"/>
                  <a:pt x="65077" y="114398"/>
                </a:cubicBezTo>
                <a:lnTo>
                  <a:pt x="65860" y="114137"/>
                </a:lnTo>
                <a:cubicBezTo>
                  <a:pt x="65696" y="113648"/>
                  <a:pt x="65533" y="113093"/>
                  <a:pt x="65403" y="112604"/>
                </a:cubicBezTo>
                <a:close/>
                <a:moveTo>
                  <a:pt x="170243" y="113060"/>
                </a:moveTo>
                <a:cubicBezTo>
                  <a:pt x="170178" y="113582"/>
                  <a:pt x="170113" y="114137"/>
                  <a:pt x="170047" y="114659"/>
                </a:cubicBezTo>
                <a:lnTo>
                  <a:pt x="170863" y="114789"/>
                </a:lnTo>
                <a:cubicBezTo>
                  <a:pt x="170928" y="114235"/>
                  <a:pt x="170993" y="113680"/>
                  <a:pt x="171059" y="113158"/>
                </a:cubicBezTo>
                <a:lnTo>
                  <a:pt x="170243" y="113060"/>
                </a:lnTo>
                <a:close/>
                <a:moveTo>
                  <a:pt x="76755" y="113615"/>
                </a:moveTo>
                <a:lnTo>
                  <a:pt x="74178" y="114822"/>
                </a:lnTo>
                <a:cubicBezTo>
                  <a:pt x="74210" y="114952"/>
                  <a:pt x="74275" y="115083"/>
                  <a:pt x="74341" y="115213"/>
                </a:cubicBezTo>
                <a:lnTo>
                  <a:pt x="76918" y="113974"/>
                </a:lnTo>
                <a:cubicBezTo>
                  <a:pt x="76852" y="113843"/>
                  <a:pt x="76787" y="113713"/>
                  <a:pt x="76755" y="113615"/>
                </a:cubicBezTo>
                <a:close/>
                <a:moveTo>
                  <a:pt x="105232" y="111168"/>
                </a:moveTo>
                <a:lnTo>
                  <a:pt x="106993" y="112865"/>
                </a:lnTo>
                <a:lnTo>
                  <a:pt x="106961" y="112930"/>
                </a:lnTo>
                <a:cubicBezTo>
                  <a:pt x="106047" y="113843"/>
                  <a:pt x="105003" y="114594"/>
                  <a:pt x="103862" y="115213"/>
                </a:cubicBezTo>
                <a:lnTo>
                  <a:pt x="102753" y="113028"/>
                </a:lnTo>
                <a:cubicBezTo>
                  <a:pt x="103666" y="112539"/>
                  <a:pt x="104514" y="111919"/>
                  <a:pt x="105232" y="111168"/>
                </a:cubicBezTo>
                <a:close/>
                <a:moveTo>
                  <a:pt x="118704" y="113909"/>
                </a:moveTo>
                <a:cubicBezTo>
                  <a:pt x="118638" y="114039"/>
                  <a:pt x="118573" y="114137"/>
                  <a:pt x="118541" y="114267"/>
                </a:cubicBezTo>
                <a:lnTo>
                  <a:pt x="121085" y="115540"/>
                </a:lnTo>
                <a:lnTo>
                  <a:pt x="121248" y="115181"/>
                </a:lnTo>
                <a:lnTo>
                  <a:pt x="118704" y="113909"/>
                </a:lnTo>
                <a:close/>
                <a:moveTo>
                  <a:pt x="105232" y="110614"/>
                </a:moveTo>
                <a:lnTo>
                  <a:pt x="105101" y="110744"/>
                </a:lnTo>
                <a:lnTo>
                  <a:pt x="104938" y="110908"/>
                </a:lnTo>
                <a:cubicBezTo>
                  <a:pt x="104188" y="111658"/>
                  <a:pt x="103340" y="112278"/>
                  <a:pt x="102394" y="112767"/>
                </a:cubicBezTo>
                <a:lnTo>
                  <a:pt x="102198" y="112865"/>
                </a:lnTo>
                <a:lnTo>
                  <a:pt x="103699" y="115768"/>
                </a:lnTo>
                <a:lnTo>
                  <a:pt x="103862" y="115670"/>
                </a:lnTo>
                <a:cubicBezTo>
                  <a:pt x="105101" y="115018"/>
                  <a:pt x="106243" y="114202"/>
                  <a:pt x="107254" y="113224"/>
                </a:cubicBezTo>
                <a:lnTo>
                  <a:pt x="107450" y="112995"/>
                </a:lnTo>
                <a:lnTo>
                  <a:pt x="107580" y="112865"/>
                </a:lnTo>
                <a:lnTo>
                  <a:pt x="105232" y="110614"/>
                </a:lnTo>
                <a:close/>
                <a:moveTo>
                  <a:pt x="15233" y="113843"/>
                </a:moveTo>
                <a:cubicBezTo>
                  <a:pt x="15283" y="114242"/>
                  <a:pt x="15342" y="114649"/>
                  <a:pt x="15404" y="115060"/>
                </a:cubicBezTo>
                <a:lnTo>
                  <a:pt x="15404" y="115060"/>
                </a:lnTo>
                <a:lnTo>
                  <a:pt x="10087" y="115811"/>
                </a:lnTo>
                <a:lnTo>
                  <a:pt x="10087" y="115811"/>
                </a:lnTo>
                <a:cubicBezTo>
                  <a:pt x="10025" y="115370"/>
                  <a:pt x="9966" y="114928"/>
                  <a:pt x="9916" y="114496"/>
                </a:cubicBezTo>
                <a:lnTo>
                  <a:pt x="15233" y="113843"/>
                </a:lnTo>
                <a:close/>
                <a:moveTo>
                  <a:pt x="129697" y="114104"/>
                </a:moveTo>
                <a:cubicBezTo>
                  <a:pt x="129533" y="114626"/>
                  <a:pt x="129370" y="115116"/>
                  <a:pt x="129175" y="115637"/>
                </a:cubicBezTo>
                <a:lnTo>
                  <a:pt x="129925" y="115931"/>
                </a:lnTo>
                <a:lnTo>
                  <a:pt x="129958" y="115931"/>
                </a:lnTo>
                <a:cubicBezTo>
                  <a:pt x="130153" y="115409"/>
                  <a:pt x="130316" y="114887"/>
                  <a:pt x="130479" y="114365"/>
                </a:cubicBezTo>
                <a:lnTo>
                  <a:pt x="129697" y="114104"/>
                </a:lnTo>
                <a:close/>
                <a:moveTo>
                  <a:pt x="25541" y="114300"/>
                </a:moveTo>
                <a:lnTo>
                  <a:pt x="24726" y="114430"/>
                </a:lnTo>
                <a:cubicBezTo>
                  <a:pt x="24791" y="114985"/>
                  <a:pt x="24889" y="115507"/>
                  <a:pt x="24987" y="116061"/>
                </a:cubicBezTo>
                <a:lnTo>
                  <a:pt x="25802" y="115898"/>
                </a:lnTo>
                <a:cubicBezTo>
                  <a:pt x="25704" y="115376"/>
                  <a:pt x="25607" y="114855"/>
                  <a:pt x="25541" y="114300"/>
                </a:cubicBezTo>
                <a:close/>
                <a:moveTo>
                  <a:pt x="92282" y="112702"/>
                </a:moveTo>
                <a:cubicBezTo>
                  <a:pt x="93097" y="113224"/>
                  <a:pt x="94010" y="113615"/>
                  <a:pt x="94924" y="113876"/>
                </a:cubicBezTo>
                <a:lnTo>
                  <a:pt x="94304" y="116225"/>
                </a:lnTo>
                <a:cubicBezTo>
                  <a:pt x="93130" y="115898"/>
                  <a:pt x="91988" y="115409"/>
                  <a:pt x="90977" y="114757"/>
                </a:cubicBezTo>
                <a:lnTo>
                  <a:pt x="92282" y="112702"/>
                </a:lnTo>
                <a:close/>
                <a:moveTo>
                  <a:pt x="135894" y="114822"/>
                </a:moveTo>
                <a:lnTo>
                  <a:pt x="138145" y="115442"/>
                </a:lnTo>
                <a:cubicBezTo>
                  <a:pt x="138047" y="115768"/>
                  <a:pt x="137949" y="116094"/>
                  <a:pt x="137852" y="116420"/>
                </a:cubicBezTo>
                <a:lnTo>
                  <a:pt x="135642" y="115706"/>
                </a:lnTo>
                <a:lnTo>
                  <a:pt x="135642" y="115706"/>
                </a:lnTo>
                <a:cubicBezTo>
                  <a:pt x="135737" y="115391"/>
                  <a:pt x="135831" y="115107"/>
                  <a:pt x="135894" y="114822"/>
                </a:cubicBezTo>
                <a:close/>
                <a:moveTo>
                  <a:pt x="100339" y="113974"/>
                </a:moveTo>
                <a:lnTo>
                  <a:pt x="100958" y="116322"/>
                </a:lnTo>
                <a:cubicBezTo>
                  <a:pt x="99902" y="116587"/>
                  <a:pt x="98818" y="116719"/>
                  <a:pt x="97732" y="116719"/>
                </a:cubicBezTo>
                <a:cubicBezTo>
                  <a:pt x="97612" y="116719"/>
                  <a:pt x="97491" y="116717"/>
                  <a:pt x="97370" y="116714"/>
                </a:cubicBezTo>
                <a:lnTo>
                  <a:pt x="97501" y="114267"/>
                </a:lnTo>
                <a:cubicBezTo>
                  <a:pt x="97619" y="114271"/>
                  <a:pt x="97737" y="114274"/>
                  <a:pt x="97856" y="114274"/>
                </a:cubicBezTo>
                <a:cubicBezTo>
                  <a:pt x="98683" y="114274"/>
                  <a:pt x="99511" y="114174"/>
                  <a:pt x="100339" y="113974"/>
                </a:cubicBezTo>
                <a:close/>
                <a:moveTo>
                  <a:pt x="92151" y="112147"/>
                </a:moveTo>
                <a:lnTo>
                  <a:pt x="90422" y="114887"/>
                </a:lnTo>
                <a:lnTo>
                  <a:pt x="90585" y="115018"/>
                </a:lnTo>
                <a:cubicBezTo>
                  <a:pt x="91760" y="115768"/>
                  <a:pt x="93032" y="116322"/>
                  <a:pt x="94402" y="116681"/>
                </a:cubicBezTo>
                <a:lnTo>
                  <a:pt x="94598" y="116746"/>
                </a:lnTo>
                <a:lnTo>
                  <a:pt x="95413" y="113550"/>
                </a:lnTo>
                <a:lnTo>
                  <a:pt x="95217" y="113517"/>
                </a:lnTo>
                <a:cubicBezTo>
                  <a:pt x="94174" y="113256"/>
                  <a:pt x="93195" y="112799"/>
                  <a:pt x="92314" y="112245"/>
                </a:cubicBezTo>
                <a:lnTo>
                  <a:pt x="92151" y="112147"/>
                </a:lnTo>
                <a:close/>
                <a:moveTo>
                  <a:pt x="135601" y="114300"/>
                </a:moveTo>
                <a:lnTo>
                  <a:pt x="135568" y="114496"/>
                </a:lnTo>
                <a:cubicBezTo>
                  <a:pt x="135438" y="114920"/>
                  <a:pt x="135307" y="115376"/>
                  <a:pt x="135177" y="115768"/>
                </a:cubicBezTo>
                <a:lnTo>
                  <a:pt x="135111" y="115964"/>
                </a:lnTo>
                <a:lnTo>
                  <a:pt x="138113" y="116942"/>
                </a:lnTo>
                <a:lnTo>
                  <a:pt x="138178" y="116746"/>
                </a:lnTo>
                <a:cubicBezTo>
                  <a:pt x="138308" y="116290"/>
                  <a:pt x="138471" y="115833"/>
                  <a:pt x="138602" y="115376"/>
                </a:cubicBezTo>
                <a:lnTo>
                  <a:pt x="138634" y="115181"/>
                </a:lnTo>
                <a:lnTo>
                  <a:pt x="135601" y="114300"/>
                </a:lnTo>
                <a:close/>
                <a:moveTo>
                  <a:pt x="15464" y="115451"/>
                </a:moveTo>
                <a:lnTo>
                  <a:pt x="15464" y="115451"/>
                </a:lnTo>
                <a:cubicBezTo>
                  <a:pt x="15506" y="115719"/>
                  <a:pt x="15549" y="115988"/>
                  <a:pt x="15592" y="116257"/>
                </a:cubicBezTo>
                <a:lnTo>
                  <a:pt x="10275" y="117073"/>
                </a:lnTo>
                <a:cubicBezTo>
                  <a:pt x="10231" y="116785"/>
                  <a:pt x="10187" y="116493"/>
                  <a:pt x="10144" y="116199"/>
                </a:cubicBezTo>
                <a:lnTo>
                  <a:pt x="10144" y="116199"/>
                </a:lnTo>
                <a:lnTo>
                  <a:pt x="15464" y="115451"/>
                </a:lnTo>
                <a:close/>
                <a:moveTo>
                  <a:pt x="77635" y="115311"/>
                </a:moveTo>
                <a:lnTo>
                  <a:pt x="75156" y="116746"/>
                </a:lnTo>
                <a:lnTo>
                  <a:pt x="75385" y="117105"/>
                </a:lnTo>
                <a:lnTo>
                  <a:pt x="77831" y="115670"/>
                </a:lnTo>
                <a:lnTo>
                  <a:pt x="77635" y="115311"/>
                </a:lnTo>
                <a:close/>
                <a:moveTo>
                  <a:pt x="100632" y="113452"/>
                </a:moveTo>
                <a:lnTo>
                  <a:pt x="100437" y="113517"/>
                </a:lnTo>
                <a:cubicBezTo>
                  <a:pt x="99572" y="113733"/>
                  <a:pt x="98707" y="113860"/>
                  <a:pt x="97842" y="113860"/>
                </a:cubicBezTo>
                <a:cubicBezTo>
                  <a:pt x="97663" y="113860"/>
                  <a:pt x="97484" y="113855"/>
                  <a:pt x="97305" y="113843"/>
                </a:cubicBezTo>
                <a:lnTo>
                  <a:pt x="97109" y="113843"/>
                </a:lnTo>
                <a:lnTo>
                  <a:pt x="96946" y="117105"/>
                </a:lnTo>
                <a:lnTo>
                  <a:pt x="97794" y="117105"/>
                </a:lnTo>
                <a:cubicBezTo>
                  <a:pt x="98969" y="117105"/>
                  <a:pt x="100143" y="116975"/>
                  <a:pt x="101285" y="116681"/>
                </a:cubicBezTo>
                <a:lnTo>
                  <a:pt x="101480" y="116616"/>
                </a:lnTo>
                <a:lnTo>
                  <a:pt x="100632" y="113452"/>
                </a:lnTo>
                <a:close/>
                <a:moveTo>
                  <a:pt x="59857" y="115540"/>
                </a:moveTo>
                <a:cubicBezTo>
                  <a:pt x="59955" y="115833"/>
                  <a:pt x="60053" y="116127"/>
                  <a:pt x="60151" y="116420"/>
                </a:cubicBezTo>
                <a:lnTo>
                  <a:pt x="57933" y="117171"/>
                </a:lnTo>
                <a:cubicBezTo>
                  <a:pt x="57835" y="116877"/>
                  <a:pt x="57737" y="116551"/>
                  <a:pt x="57639" y="116225"/>
                </a:cubicBezTo>
                <a:lnTo>
                  <a:pt x="59857" y="115540"/>
                </a:lnTo>
                <a:close/>
                <a:moveTo>
                  <a:pt x="117758" y="115605"/>
                </a:moveTo>
                <a:cubicBezTo>
                  <a:pt x="117692" y="115703"/>
                  <a:pt x="117627" y="115833"/>
                  <a:pt x="117562" y="115931"/>
                </a:cubicBezTo>
                <a:lnTo>
                  <a:pt x="120008" y="117432"/>
                </a:lnTo>
                <a:cubicBezTo>
                  <a:pt x="120106" y="117334"/>
                  <a:pt x="120172" y="117203"/>
                  <a:pt x="120204" y="117073"/>
                </a:cubicBezTo>
                <a:lnTo>
                  <a:pt x="117758" y="115605"/>
                </a:lnTo>
                <a:close/>
                <a:moveTo>
                  <a:pt x="60118" y="115018"/>
                </a:moveTo>
                <a:lnTo>
                  <a:pt x="57117" y="115931"/>
                </a:lnTo>
                <a:lnTo>
                  <a:pt x="57183" y="116127"/>
                </a:lnTo>
                <a:cubicBezTo>
                  <a:pt x="57313" y="116583"/>
                  <a:pt x="57476" y="117040"/>
                  <a:pt x="57607" y="117497"/>
                </a:cubicBezTo>
                <a:lnTo>
                  <a:pt x="57672" y="117692"/>
                </a:lnTo>
                <a:lnTo>
                  <a:pt x="60673" y="116681"/>
                </a:lnTo>
                <a:lnTo>
                  <a:pt x="60608" y="116486"/>
                </a:lnTo>
                <a:cubicBezTo>
                  <a:pt x="60445" y="116061"/>
                  <a:pt x="60314" y="115637"/>
                  <a:pt x="60184" y="115213"/>
                </a:cubicBezTo>
                <a:lnTo>
                  <a:pt x="60118" y="115018"/>
                </a:lnTo>
                <a:close/>
                <a:moveTo>
                  <a:pt x="169689" y="116649"/>
                </a:moveTo>
                <a:cubicBezTo>
                  <a:pt x="169623" y="117203"/>
                  <a:pt x="169493" y="117725"/>
                  <a:pt x="169395" y="118247"/>
                </a:cubicBezTo>
                <a:lnTo>
                  <a:pt x="170210" y="118410"/>
                </a:lnTo>
                <a:cubicBezTo>
                  <a:pt x="170308" y="117888"/>
                  <a:pt x="170406" y="117334"/>
                  <a:pt x="170504" y="116812"/>
                </a:cubicBezTo>
                <a:lnTo>
                  <a:pt x="169689" y="116649"/>
                </a:lnTo>
                <a:close/>
                <a:moveTo>
                  <a:pt x="78679" y="116975"/>
                </a:moveTo>
                <a:lnTo>
                  <a:pt x="76330" y="118606"/>
                </a:lnTo>
                <a:lnTo>
                  <a:pt x="76591" y="118932"/>
                </a:lnTo>
                <a:lnTo>
                  <a:pt x="78907" y="117268"/>
                </a:lnTo>
                <a:lnTo>
                  <a:pt x="78679" y="116975"/>
                </a:lnTo>
                <a:close/>
                <a:moveTo>
                  <a:pt x="116746" y="117236"/>
                </a:moveTo>
                <a:cubicBezTo>
                  <a:pt x="116681" y="117334"/>
                  <a:pt x="116616" y="117432"/>
                  <a:pt x="116518" y="117529"/>
                </a:cubicBezTo>
                <a:lnTo>
                  <a:pt x="118815" y="119212"/>
                </a:lnTo>
                <a:lnTo>
                  <a:pt x="118815" y="119212"/>
                </a:lnTo>
                <a:cubicBezTo>
                  <a:pt x="118906" y="119116"/>
                  <a:pt x="118971" y="118993"/>
                  <a:pt x="119095" y="118899"/>
                </a:cubicBezTo>
                <a:lnTo>
                  <a:pt x="116746" y="117236"/>
                </a:lnTo>
                <a:close/>
                <a:moveTo>
                  <a:pt x="118815" y="119212"/>
                </a:moveTo>
                <a:cubicBezTo>
                  <a:pt x="118811" y="119216"/>
                  <a:pt x="118806" y="119221"/>
                  <a:pt x="118802" y="119226"/>
                </a:cubicBezTo>
                <a:lnTo>
                  <a:pt x="118834" y="119226"/>
                </a:lnTo>
                <a:lnTo>
                  <a:pt x="118815" y="119212"/>
                </a:lnTo>
                <a:close/>
                <a:moveTo>
                  <a:pt x="67164" y="117529"/>
                </a:moveTo>
                <a:lnTo>
                  <a:pt x="66414" y="117888"/>
                </a:lnTo>
                <a:cubicBezTo>
                  <a:pt x="66642" y="118377"/>
                  <a:pt x="66871" y="118899"/>
                  <a:pt x="67132" y="119389"/>
                </a:cubicBezTo>
                <a:lnTo>
                  <a:pt x="67882" y="118997"/>
                </a:lnTo>
                <a:cubicBezTo>
                  <a:pt x="67621" y="118541"/>
                  <a:pt x="67393" y="118051"/>
                  <a:pt x="67164" y="117529"/>
                </a:cubicBezTo>
                <a:close/>
                <a:moveTo>
                  <a:pt x="26161" y="117921"/>
                </a:moveTo>
                <a:lnTo>
                  <a:pt x="25346" y="118084"/>
                </a:lnTo>
                <a:cubicBezTo>
                  <a:pt x="25443" y="118606"/>
                  <a:pt x="25541" y="119160"/>
                  <a:pt x="25672" y="119682"/>
                </a:cubicBezTo>
                <a:lnTo>
                  <a:pt x="26487" y="119519"/>
                </a:lnTo>
                <a:cubicBezTo>
                  <a:pt x="26357" y="118965"/>
                  <a:pt x="26259" y="118443"/>
                  <a:pt x="26161" y="117921"/>
                </a:cubicBezTo>
                <a:close/>
                <a:moveTo>
                  <a:pt x="134590" y="118606"/>
                </a:moveTo>
                <a:lnTo>
                  <a:pt x="136742" y="119454"/>
                </a:lnTo>
                <a:cubicBezTo>
                  <a:pt x="136645" y="119780"/>
                  <a:pt x="136514" y="120106"/>
                  <a:pt x="136351" y="120400"/>
                </a:cubicBezTo>
                <a:lnTo>
                  <a:pt x="134243" y="119459"/>
                </a:lnTo>
                <a:lnTo>
                  <a:pt x="134243" y="119459"/>
                </a:lnTo>
                <a:cubicBezTo>
                  <a:pt x="134369" y="119175"/>
                  <a:pt x="134495" y="118890"/>
                  <a:pt x="134590" y="118606"/>
                </a:cubicBezTo>
                <a:close/>
                <a:moveTo>
                  <a:pt x="79821" y="118508"/>
                </a:moveTo>
                <a:lnTo>
                  <a:pt x="77635" y="120302"/>
                </a:lnTo>
                <a:lnTo>
                  <a:pt x="77896" y="120661"/>
                </a:lnTo>
                <a:lnTo>
                  <a:pt x="80082" y="118802"/>
                </a:lnTo>
                <a:cubicBezTo>
                  <a:pt x="79984" y="118704"/>
                  <a:pt x="79919" y="118606"/>
                  <a:pt x="79821" y="118508"/>
                </a:cubicBezTo>
                <a:close/>
                <a:moveTo>
                  <a:pt x="115572" y="118736"/>
                </a:moveTo>
                <a:cubicBezTo>
                  <a:pt x="115474" y="118834"/>
                  <a:pt x="115409" y="118932"/>
                  <a:pt x="115311" y="119030"/>
                </a:cubicBezTo>
                <a:lnTo>
                  <a:pt x="117464" y="120922"/>
                </a:lnTo>
                <a:lnTo>
                  <a:pt x="117725" y="120596"/>
                </a:lnTo>
                <a:lnTo>
                  <a:pt x="115572" y="118736"/>
                </a:lnTo>
                <a:close/>
                <a:moveTo>
                  <a:pt x="134361" y="118084"/>
                </a:moveTo>
                <a:lnTo>
                  <a:pt x="134296" y="118280"/>
                </a:lnTo>
                <a:cubicBezTo>
                  <a:pt x="134133" y="118671"/>
                  <a:pt x="133937" y="119095"/>
                  <a:pt x="133774" y="119487"/>
                </a:cubicBezTo>
                <a:lnTo>
                  <a:pt x="133709" y="119682"/>
                </a:lnTo>
                <a:lnTo>
                  <a:pt x="136579" y="120922"/>
                </a:lnTo>
                <a:lnTo>
                  <a:pt x="136645" y="120759"/>
                </a:lnTo>
                <a:cubicBezTo>
                  <a:pt x="136840" y="120302"/>
                  <a:pt x="137036" y="119878"/>
                  <a:pt x="137199" y="119421"/>
                </a:cubicBezTo>
                <a:lnTo>
                  <a:pt x="137264" y="119226"/>
                </a:lnTo>
                <a:lnTo>
                  <a:pt x="134361" y="118084"/>
                </a:lnTo>
                <a:close/>
                <a:moveTo>
                  <a:pt x="61260" y="119323"/>
                </a:moveTo>
                <a:cubicBezTo>
                  <a:pt x="61358" y="119617"/>
                  <a:pt x="61488" y="119878"/>
                  <a:pt x="61619" y="120172"/>
                </a:cubicBezTo>
                <a:lnTo>
                  <a:pt x="59499" y="121150"/>
                </a:lnTo>
                <a:cubicBezTo>
                  <a:pt x="59368" y="120824"/>
                  <a:pt x="59238" y="120530"/>
                  <a:pt x="59107" y="120204"/>
                </a:cubicBezTo>
                <a:lnTo>
                  <a:pt x="61260" y="119323"/>
                </a:lnTo>
                <a:close/>
                <a:moveTo>
                  <a:pt x="170062" y="108119"/>
                </a:moveTo>
                <a:lnTo>
                  <a:pt x="178692" y="108624"/>
                </a:lnTo>
                <a:cubicBezTo>
                  <a:pt x="178441" y="113009"/>
                  <a:pt x="177831" y="117357"/>
                  <a:pt x="176875" y="121624"/>
                </a:cubicBezTo>
                <a:lnTo>
                  <a:pt x="176875" y="121624"/>
                </a:lnTo>
                <a:lnTo>
                  <a:pt x="168416" y="119682"/>
                </a:lnTo>
                <a:cubicBezTo>
                  <a:pt x="169279" y="115864"/>
                  <a:pt x="169828" y="111998"/>
                  <a:pt x="170062" y="108119"/>
                </a:cubicBezTo>
                <a:close/>
                <a:moveTo>
                  <a:pt x="61488" y="118769"/>
                </a:moveTo>
                <a:lnTo>
                  <a:pt x="58553" y="120008"/>
                </a:lnTo>
                <a:lnTo>
                  <a:pt x="58651" y="120204"/>
                </a:lnTo>
                <a:cubicBezTo>
                  <a:pt x="58814" y="120628"/>
                  <a:pt x="59042" y="121085"/>
                  <a:pt x="59238" y="121509"/>
                </a:cubicBezTo>
                <a:lnTo>
                  <a:pt x="59303" y="121705"/>
                </a:lnTo>
                <a:lnTo>
                  <a:pt x="62173" y="120367"/>
                </a:lnTo>
                <a:lnTo>
                  <a:pt x="62076" y="120204"/>
                </a:lnTo>
                <a:cubicBezTo>
                  <a:pt x="61913" y="119780"/>
                  <a:pt x="61717" y="119389"/>
                  <a:pt x="61554" y="118965"/>
                </a:cubicBezTo>
                <a:lnTo>
                  <a:pt x="61488" y="118769"/>
                </a:lnTo>
                <a:close/>
                <a:moveTo>
                  <a:pt x="81093" y="119943"/>
                </a:moveTo>
                <a:lnTo>
                  <a:pt x="79071" y="121933"/>
                </a:lnTo>
                <a:lnTo>
                  <a:pt x="79364" y="122227"/>
                </a:lnTo>
                <a:lnTo>
                  <a:pt x="81354" y="120204"/>
                </a:lnTo>
                <a:lnTo>
                  <a:pt x="81093" y="119943"/>
                </a:lnTo>
                <a:close/>
                <a:moveTo>
                  <a:pt x="114235" y="120204"/>
                </a:moveTo>
                <a:lnTo>
                  <a:pt x="113941" y="120498"/>
                </a:lnTo>
                <a:lnTo>
                  <a:pt x="115931" y="122520"/>
                </a:lnTo>
                <a:cubicBezTo>
                  <a:pt x="116029" y="122422"/>
                  <a:pt x="116127" y="122324"/>
                  <a:pt x="116225" y="122227"/>
                </a:cubicBezTo>
                <a:lnTo>
                  <a:pt x="116290" y="122194"/>
                </a:lnTo>
                <a:lnTo>
                  <a:pt x="114235" y="120204"/>
                </a:lnTo>
                <a:close/>
                <a:moveTo>
                  <a:pt x="26944" y="121476"/>
                </a:moveTo>
                <a:lnTo>
                  <a:pt x="26161" y="121672"/>
                </a:lnTo>
                <a:cubicBezTo>
                  <a:pt x="26292" y="122227"/>
                  <a:pt x="26422" y="122749"/>
                  <a:pt x="26553" y="123270"/>
                </a:cubicBezTo>
                <a:lnTo>
                  <a:pt x="27335" y="123042"/>
                </a:lnTo>
                <a:cubicBezTo>
                  <a:pt x="27205" y="122520"/>
                  <a:pt x="27074" y="121998"/>
                  <a:pt x="26944" y="121476"/>
                </a:cubicBezTo>
                <a:close/>
                <a:moveTo>
                  <a:pt x="112799" y="121509"/>
                </a:moveTo>
                <a:lnTo>
                  <a:pt x="112506" y="121770"/>
                </a:lnTo>
                <a:lnTo>
                  <a:pt x="114333" y="123955"/>
                </a:lnTo>
                <a:lnTo>
                  <a:pt x="114659" y="123695"/>
                </a:lnTo>
                <a:lnTo>
                  <a:pt x="112799" y="121509"/>
                </a:lnTo>
                <a:close/>
                <a:moveTo>
                  <a:pt x="69709" y="122161"/>
                </a:moveTo>
                <a:lnTo>
                  <a:pt x="69024" y="122618"/>
                </a:lnTo>
                <a:cubicBezTo>
                  <a:pt x="69317" y="123075"/>
                  <a:pt x="69643" y="123531"/>
                  <a:pt x="69970" y="123988"/>
                </a:cubicBezTo>
                <a:lnTo>
                  <a:pt x="70622" y="123499"/>
                </a:lnTo>
                <a:cubicBezTo>
                  <a:pt x="70296" y="123042"/>
                  <a:pt x="70002" y="122618"/>
                  <a:pt x="69709" y="122161"/>
                </a:cubicBezTo>
                <a:close/>
                <a:moveTo>
                  <a:pt x="132839" y="122417"/>
                </a:moveTo>
                <a:lnTo>
                  <a:pt x="134891" y="123497"/>
                </a:lnTo>
                <a:lnTo>
                  <a:pt x="134891" y="123497"/>
                </a:lnTo>
                <a:cubicBezTo>
                  <a:pt x="134758" y="123737"/>
                  <a:pt x="134625" y="123977"/>
                  <a:pt x="134492" y="124216"/>
                </a:cubicBezTo>
                <a:lnTo>
                  <a:pt x="132469" y="123075"/>
                </a:lnTo>
                <a:cubicBezTo>
                  <a:pt x="132603" y="122861"/>
                  <a:pt x="132714" y="122648"/>
                  <a:pt x="132839" y="122417"/>
                </a:cubicBezTo>
                <a:close/>
                <a:moveTo>
                  <a:pt x="80228" y="81662"/>
                </a:moveTo>
                <a:lnTo>
                  <a:pt x="86149" y="89215"/>
                </a:lnTo>
                <a:cubicBezTo>
                  <a:pt x="85627" y="89639"/>
                  <a:pt x="85105" y="90096"/>
                  <a:pt x="84616" y="90585"/>
                </a:cubicBezTo>
                <a:cubicBezTo>
                  <a:pt x="81126" y="94076"/>
                  <a:pt x="79168" y="98806"/>
                  <a:pt x="79168" y="103764"/>
                </a:cubicBezTo>
                <a:cubicBezTo>
                  <a:pt x="79168" y="108722"/>
                  <a:pt x="81126" y="113452"/>
                  <a:pt x="84616" y="116942"/>
                </a:cubicBezTo>
                <a:cubicBezTo>
                  <a:pt x="84844" y="117171"/>
                  <a:pt x="85073" y="117366"/>
                  <a:pt x="85301" y="117595"/>
                </a:cubicBezTo>
                <a:lnTo>
                  <a:pt x="78931" y="124768"/>
                </a:lnTo>
                <a:lnTo>
                  <a:pt x="78931" y="124768"/>
                </a:lnTo>
                <a:cubicBezTo>
                  <a:pt x="78558" y="124433"/>
                  <a:pt x="78191" y="124086"/>
                  <a:pt x="77831" y="123727"/>
                </a:cubicBezTo>
                <a:cubicBezTo>
                  <a:pt x="66805" y="112702"/>
                  <a:pt x="66805" y="94826"/>
                  <a:pt x="77831" y="83800"/>
                </a:cubicBezTo>
                <a:cubicBezTo>
                  <a:pt x="78592" y="83039"/>
                  <a:pt x="79393" y="82326"/>
                  <a:pt x="80228" y="81662"/>
                </a:cubicBezTo>
                <a:close/>
                <a:moveTo>
                  <a:pt x="63022" y="122944"/>
                </a:moveTo>
                <a:cubicBezTo>
                  <a:pt x="63152" y="123238"/>
                  <a:pt x="63315" y="123499"/>
                  <a:pt x="63478" y="123760"/>
                </a:cubicBezTo>
                <a:lnTo>
                  <a:pt x="61456" y="124934"/>
                </a:lnTo>
                <a:cubicBezTo>
                  <a:pt x="61293" y="124673"/>
                  <a:pt x="61130" y="124380"/>
                  <a:pt x="60967" y="124053"/>
                </a:cubicBezTo>
                <a:lnTo>
                  <a:pt x="63022" y="122944"/>
                </a:lnTo>
                <a:close/>
                <a:moveTo>
                  <a:pt x="83996" y="122455"/>
                </a:moveTo>
                <a:lnTo>
                  <a:pt x="82300" y="124771"/>
                </a:lnTo>
                <a:lnTo>
                  <a:pt x="82626" y="125032"/>
                </a:lnTo>
                <a:lnTo>
                  <a:pt x="84290" y="122683"/>
                </a:lnTo>
                <a:lnTo>
                  <a:pt x="83996" y="122455"/>
                </a:lnTo>
                <a:close/>
                <a:moveTo>
                  <a:pt x="111299" y="122683"/>
                </a:moveTo>
                <a:lnTo>
                  <a:pt x="110973" y="122912"/>
                </a:lnTo>
                <a:lnTo>
                  <a:pt x="112604" y="125260"/>
                </a:lnTo>
                <a:lnTo>
                  <a:pt x="112963" y="124999"/>
                </a:lnTo>
                <a:lnTo>
                  <a:pt x="111299" y="122683"/>
                </a:lnTo>
                <a:close/>
                <a:moveTo>
                  <a:pt x="124967" y="123466"/>
                </a:moveTo>
                <a:cubicBezTo>
                  <a:pt x="124641" y="123890"/>
                  <a:pt x="124314" y="124347"/>
                  <a:pt x="123955" y="124738"/>
                </a:cubicBezTo>
                <a:lnTo>
                  <a:pt x="124608" y="125260"/>
                </a:lnTo>
                <a:cubicBezTo>
                  <a:pt x="124967" y="124836"/>
                  <a:pt x="125293" y="124380"/>
                  <a:pt x="125619" y="123923"/>
                </a:cubicBezTo>
                <a:lnTo>
                  <a:pt x="124967" y="123466"/>
                </a:lnTo>
                <a:close/>
                <a:moveTo>
                  <a:pt x="25965" y="113974"/>
                </a:moveTo>
                <a:cubicBezTo>
                  <a:pt x="26129" y="114887"/>
                  <a:pt x="26259" y="115801"/>
                  <a:pt x="26422" y="116714"/>
                </a:cubicBezTo>
                <a:cubicBezTo>
                  <a:pt x="26815" y="118876"/>
                  <a:pt x="27305" y="121015"/>
                  <a:pt x="27889" y="123126"/>
                </a:cubicBezTo>
                <a:lnTo>
                  <a:pt x="27889" y="123126"/>
                </a:lnTo>
                <a:lnTo>
                  <a:pt x="19670" y="125423"/>
                </a:lnTo>
                <a:cubicBezTo>
                  <a:pt x="18735" y="122041"/>
                  <a:pt x="18023" y="118614"/>
                  <a:pt x="17534" y="115160"/>
                </a:cubicBezTo>
                <a:lnTo>
                  <a:pt x="17534" y="115160"/>
                </a:lnTo>
                <a:lnTo>
                  <a:pt x="25965" y="113974"/>
                </a:lnTo>
                <a:close/>
                <a:moveTo>
                  <a:pt x="193762" y="83115"/>
                </a:moveTo>
                <a:cubicBezTo>
                  <a:pt x="193958" y="84094"/>
                  <a:pt x="194186" y="85138"/>
                  <a:pt x="194382" y="86116"/>
                </a:cubicBezTo>
                <a:cubicBezTo>
                  <a:pt x="196763" y="99164"/>
                  <a:pt x="196502" y="112539"/>
                  <a:pt x="193566" y="125456"/>
                </a:cubicBezTo>
                <a:lnTo>
                  <a:pt x="177258" y="121712"/>
                </a:lnTo>
                <a:lnTo>
                  <a:pt x="177258" y="121712"/>
                </a:lnTo>
                <a:cubicBezTo>
                  <a:pt x="178240" y="117353"/>
                  <a:pt x="178864" y="112909"/>
                  <a:pt x="179116" y="108428"/>
                </a:cubicBezTo>
                <a:lnTo>
                  <a:pt x="179116" y="108233"/>
                </a:lnTo>
                <a:lnTo>
                  <a:pt x="170085" y="107724"/>
                </a:lnTo>
                <a:lnTo>
                  <a:pt x="170085" y="107724"/>
                </a:lnTo>
                <a:cubicBezTo>
                  <a:pt x="170395" y="102057"/>
                  <a:pt x="170035" y="96363"/>
                  <a:pt x="169004" y="90748"/>
                </a:cubicBezTo>
                <a:cubicBezTo>
                  <a:pt x="168873" y="90031"/>
                  <a:pt x="168743" y="89281"/>
                  <a:pt x="168579" y="88563"/>
                </a:cubicBezTo>
                <a:lnTo>
                  <a:pt x="169238" y="88420"/>
                </a:lnTo>
                <a:lnTo>
                  <a:pt x="169238" y="88420"/>
                </a:lnTo>
                <a:cubicBezTo>
                  <a:pt x="169299" y="88696"/>
                  <a:pt x="169359" y="88972"/>
                  <a:pt x="169428" y="89248"/>
                </a:cubicBezTo>
                <a:lnTo>
                  <a:pt x="170210" y="89085"/>
                </a:lnTo>
                <a:cubicBezTo>
                  <a:pt x="170158" y="88807"/>
                  <a:pt x="170097" y="88530"/>
                  <a:pt x="170037" y="88248"/>
                </a:cubicBezTo>
                <a:lnTo>
                  <a:pt x="170037" y="88248"/>
                </a:lnTo>
                <a:lnTo>
                  <a:pt x="193762" y="83115"/>
                </a:lnTo>
                <a:close/>
                <a:moveTo>
                  <a:pt x="63185" y="122390"/>
                </a:moveTo>
                <a:lnTo>
                  <a:pt x="60412" y="123890"/>
                </a:lnTo>
                <a:lnTo>
                  <a:pt x="60510" y="124086"/>
                </a:lnTo>
                <a:cubicBezTo>
                  <a:pt x="60738" y="124510"/>
                  <a:pt x="60967" y="124934"/>
                  <a:pt x="61227" y="125326"/>
                </a:cubicBezTo>
                <a:lnTo>
                  <a:pt x="61325" y="125489"/>
                </a:lnTo>
                <a:lnTo>
                  <a:pt x="64033" y="123890"/>
                </a:lnTo>
                <a:lnTo>
                  <a:pt x="63935" y="123727"/>
                </a:lnTo>
                <a:cubicBezTo>
                  <a:pt x="63707" y="123336"/>
                  <a:pt x="63478" y="122977"/>
                  <a:pt x="63283" y="122585"/>
                </a:cubicBezTo>
                <a:lnTo>
                  <a:pt x="63185" y="122390"/>
                </a:lnTo>
                <a:close/>
                <a:moveTo>
                  <a:pt x="168090" y="123760"/>
                </a:moveTo>
                <a:cubicBezTo>
                  <a:pt x="167927" y="124282"/>
                  <a:pt x="167797" y="124804"/>
                  <a:pt x="167633" y="125326"/>
                </a:cubicBezTo>
                <a:lnTo>
                  <a:pt x="168416" y="125554"/>
                </a:lnTo>
                <a:cubicBezTo>
                  <a:pt x="168547" y="125032"/>
                  <a:pt x="168710" y="124510"/>
                  <a:pt x="168873" y="123988"/>
                </a:cubicBezTo>
                <a:lnTo>
                  <a:pt x="168090" y="123760"/>
                </a:lnTo>
                <a:close/>
                <a:moveTo>
                  <a:pt x="16767" y="122194"/>
                </a:moveTo>
                <a:cubicBezTo>
                  <a:pt x="16930" y="122977"/>
                  <a:pt x="17125" y="123760"/>
                  <a:pt x="17321" y="124543"/>
                </a:cubicBezTo>
                <a:lnTo>
                  <a:pt x="12135" y="125913"/>
                </a:lnTo>
                <a:cubicBezTo>
                  <a:pt x="11906" y="125097"/>
                  <a:pt x="11711" y="124249"/>
                  <a:pt x="11515" y="123401"/>
                </a:cubicBezTo>
                <a:lnTo>
                  <a:pt x="16767" y="122194"/>
                </a:lnTo>
                <a:close/>
                <a:moveTo>
                  <a:pt x="85562" y="123531"/>
                </a:moveTo>
                <a:lnTo>
                  <a:pt x="84061" y="125978"/>
                </a:lnTo>
                <a:lnTo>
                  <a:pt x="84453" y="126206"/>
                </a:lnTo>
                <a:lnTo>
                  <a:pt x="85888" y="123727"/>
                </a:lnTo>
                <a:lnTo>
                  <a:pt x="85562" y="123531"/>
                </a:lnTo>
                <a:close/>
                <a:moveTo>
                  <a:pt x="109701" y="123727"/>
                </a:moveTo>
                <a:lnTo>
                  <a:pt x="109342" y="123923"/>
                </a:lnTo>
                <a:lnTo>
                  <a:pt x="110777" y="126402"/>
                </a:lnTo>
                <a:lnTo>
                  <a:pt x="111136" y="126174"/>
                </a:lnTo>
                <a:lnTo>
                  <a:pt x="109701" y="123727"/>
                </a:lnTo>
                <a:close/>
                <a:moveTo>
                  <a:pt x="17060" y="121705"/>
                </a:moveTo>
                <a:lnTo>
                  <a:pt x="11026" y="123075"/>
                </a:lnTo>
                <a:lnTo>
                  <a:pt x="11058" y="123303"/>
                </a:lnTo>
                <a:cubicBezTo>
                  <a:pt x="11286" y="124282"/>
                  <a:pt x="11515" y="125260"/>
                  <a:pt x="11776" y="126239"/>
                </a:cubicBezTo>
                <a:lnTo>
                  <a:pt x="11841" y="126435"/>
                </a:lnTo>
                <a:lnTo>
                  <a:pt x="17843" y="124836"/>
                </a:lnTo>
                <a:lnTo>
                  <a:pt x="17778" y="124641"/>
                </a:lnTo>
                <a:cubicBezTo>
                  <a:pt x="17549" y="123727"/>
                  <a:pt x="17321" y="122814"/>
                  <a:pt x="17093" y="121900"/>
                </a:cubicBezTo>
                <a:lnTo>
                  <a:pt x="17060" y="121705"/>
                </a:lnTo>
                <a:close/>
                <a:moveTo>
                  <a:pt x="27890" y="124999"/>
                </a:moveTo>
                <a:lnTo>
                  <a:pt x="27107" y="125260"/>
                </a:lnTo>
                <a:cubicBezTo>
                  <a:pt x="27270" y="125782"/>
                  <a:pt x="27433" y="126304"/>
                  <a:pt x="27596" y="126826"/>
                </a:cubicBezTo>
                <a:lnTo>
                  <a:pt x="28379" y="126565"/>
                </a:lnTo>
                <a:cubicBezTo>
                  <a:pt x="28216" y="126043"/>
                  <a:pt x="28053" y="125521"/>
                  <a:pt x="27890" y="124999"/>
                </a:cubicBezTo>
                <a:close/>
                <a:moveTo>
                  <a:pt x="87226" y="124510"/>
                </a:moveTo>
                <a:lnTo>
                  <a:pt x="85921" y="127022"/>
                </a:lnTo>
                <a:lnTo>
                  <a:pt x="86345" y="127217"/>
                </a:lnTo>
                <a:lnTo>
                  <a:pt x="87552" y="124673"/>
                </a:lnTo>
                <a:lnTo>
                  <a:pt x="87226" y="124510"/>
                </a:lnTo>
                <a:close/>
                <a:moveTo>
                  <a:pt x="107972" y="124673"/>
                </a:moveTo>
                <a:lnTo>
                  <a:pt x="107646" y="124836"/>
                </a:lnTo>
                <a:lnTo>
                  <a:pt x="108852" y="127413"/>
                </a:lnTo>
                <a:lnTo>
                  <a:pt x="109244" y="127217"/>
                </a:lnTo>
                <a:lnTo>
                  <a:pt x="107972" y="124673"/>
                </a:lnTo>
                <a:close/>
                <a:moveTo>
                  <a:pt x="130871" y="125750"/>
                </a:moveTo>
                <a:lnTo>
                  <a:pt x="132795" y="127022"/>
                </a:lnTo>
                <a:cubicBezTo>
                  <a:pt x="132632" y="127283"/>
                  <a:pt x="132437" y="127544"/>
                  <a:pt x="132241" y="127837"/>
                </a:cubicBezTo>
                <a:lnTo>
                  <a:pt x="130349" y="126500"/>
                </a:lnTo>
                <a:cubicBezTo>
                  <a:pt x="130512" y="126239"/>
                  <a:pt x="130675" y="126011"/>
                  <a:pt x="130871" y="125750"/>
                </a:cubicBezTo>
                <a:close/>
                <a:moveTo>
                  <a:pt x="72938" y="126337"/>
                </a:moveTo>
                <a:lnTo>
                  <a:pt x="72318" y="126859"/>
                </a:lnTo>
                <a:cubicBezTo>
                  <a:pt x="72710" y="127283"/>
                  <a:pt x="73068" y="127674"/>
                  <a:pt x="73460" y="128066"/>
                </a:cubicBezTo>
                <a:lnTo>
                  <a:pt x="74047" y="127478"/>
                </a:lnTo>
                <a:cubicBezTo>
                  <a:pt x="73656" y="127120"/>
                  <a:pt x="73297" y="126728"/>
                  <a:pt x="72938" y="126337"/>
                </a:cubicBezTo>
                <a:close/>
                <a:moveTo>
                  <a:pt x="88987" y="125293"/>
                </a:moveTo>
                <a:lnTo>
                  <a:pt x="87911" y="127935"/>
                </a:lnTo>
                <a:cubicBezTo>
                  <a:pt x="88041" y="128000"/>
                  <a:pt x="88171" y="128033"/>
                  <a:pt x="88302" y="128098"/>
                </a:cubicBezTo>
                <a:lnTo>
                  <a:pt x="89346" y="125423"/>
                </a:lnTo>
                <a:lnTo>
                  <a:pt x="88987" y="125293"/>
                </a:lnTo>
                <a:close/>
                <a:moveTo>
                  <a:pt x="106243" y="125423"/>
                </a:moveTo>
                <a:lnTo>
                  <a:pt x="105884" y="125586"/>
                </a:lnTo>
                <a:lnTo>
                  <a:pt x="106863" y="128261"/>
                </a:lnTo>
                <a:lnTo>
                  <a:pt x="107287" y="128098"/>
                </a:lnTo>
                <a:lnTo>
                  <a:pt x="106243" y="125423"/>
                </a:lnTo>
                <a:close/>
                <a:moveTo>
                  <a:pt x="130740" y="125162"/>
                </a:moveTo>
                <a:lnTo>
                  <a:pt x="130643" y="125326"/>
                </a:lnTo>
                <a:cubicBezTo>
                  <a:pt x="130382" y="125684"/>
                  <a:pt x="130121" y="126076"/>
                  <a:pt x="129892" y="126435"/>
                </a:cubicBezTo>
                <a:lnTo>
                  <a:pt x="129762" y="126598"/>
                </a:lnTo>
                <a:lnTo>
                  <a:pt x="132339" y="128392"/>
                </a:lnTo>
                <a:lnTo>
                  <a:pt x="132437" y="128229"/>
                </a:lnTo>
                <a:cubicBezTo>
                  <a:pt x="132730" y="127837"/>
                  <a:pt x="132991" y="127446"/>
                  <a:pt x="133252" y="127054"/>
                </a:cubicBezTo>
                <a:lnTo>
                  <a:pt x="133383" y="126891"/>
                </a:lnTo>
                <a:lnTo>
                  <a:pt x="130740" y="125162"/>
                </a:lnTo>
                <a:close/>
                <a:moveTo>
                  <a:pt x="65142" y="126369"/>
                </a:moveTo>
                <a:cubicBezTo>
                  <a:pt x="65305" y="126598"/>
                  <a:pt x="65501" y="126859"/>
                  <a:pt x="65664" y="127120"/>
                </a:cubicBezTo>
                <a:lnTo>
                  <a:pt x="63804" y="128490"/>
                </a:lnTo>
                <a:cubicBezTo>
                  <a:pt x="63609" y="128229"/>
                  <a:pt x="63413" y="127968"/>
                  <a:pt x="63217" y="127674"/>
                </a:cubicBezTo>
                <a:lnTo>
                  <a:pt x="65142" y="126369"/>
                </a:lnTo>
                <a:close/>
                <a:moveTo>
                  <a:pt x="90814" y="125945"/>
                </a:moveTo>
                <a:lnTo>
                  <a:pt x="89933" y="128653"/>
                </a:lnTo>
                <a:lnTo>
                  <a:pt x="90357" y="128783"/>
                </a:lnTo>
                <a:lnTo>
                  <a:pt x="91173" y="126043"/>
                </a:lnTo>
                <a:lnTo>
                  <a:pt x="90814" y="125945"/>
                </a:lnTo>
                <a:close/>
                <a:moveTo>
                  <a:pt x="104416" y="126043"/>
                </a:moveTo>
                <a:lnTo>
                  <a:pt x="104057" y="126174"/>
                </a:lnTo>
                <a:lnTo>
                  <a:pt x="104808" y="128914"/>
                </a:lnTo>
                <a:lnTo>
                  <a:pt x="105232" y="128783"/>
                </a:lnTo>
                <a:lnTo>
                  <a:pt x="104416" y="126043"/>
                </a:lnTo>
                <a:close/>
                <a:moveTo>
                  <a:pt x="166948" y="127250"/>
                </a:moveTo>
                <a:cubicBezTo>
                  <a:pt x="166785" y="127772"/>
                  <a:pt x="166590" y="128261"/>
                  <a:pt x="166427" y="128783"/>
                </a:cubicBezTo>
                <a:lnTo>
                  <a:pt x="167177" y="129044"/>
                </a:lnTo>
                <a:lnTo>
                  <a:pt x="167209" y="129044"/>
                </a:lnTo>
                <a:cubicBezTo>
                  <a:pt x="167405" y="128522"/>
                  <a:pt x="167601" y="128033"/>
                  <a:pt x="167731" y="127511"/>
                </a:cubicBezTo>
                <a:lnTo>
                  <a:pt x="166948" y="127250"/>
                </a:lnTo>
                <a:close/>
                <a:moveTo>
                  <a:pt x="65240" y="125782"/>
                </a:moveTo>
                <a:lnTo>
                  <a:pt x="62663" y="127576"/>
                </a:lnTo>
                <a:lnTo>
                  <a:pt x="62761" y="127739"/>
                </a:lnTo>
                <a:cubicBezTo>
                  <a:pt x="63022" y="128131"/>
                  <a:pt x="63315" y="128522"/>
                  <a:pt x="63576" y="128914"/>
                </a:cubicBezTo>
                <a:lnTo>
                  <a:pt x="63707" y="129077"/>
                </a:lnTo>
                <a:lnTo>
                  <a:pt x="66251" y="127217"/>
                </a:lnTo>
                <a:lnTo>
                  <a:pt x="66120" y="127054"/>
                </a:lnTo>
                <a:cubicBezTo>
                  <a:pt x="65860" y="126696"/>
                  <a:pt x="65631" y="126337"/>
                  <a:pt x="65370" y="125978"/>
                </a:cubicBezTo>
                <a:lnTo>
                  <a:pt x="65240" y="125782"/>
                </a:lnTo>
                <a:close/>
                <a:moveTo>
                  <a:pt x="121509" y="127478"/>
                </a:moveTo>
                <a:cubicBezTo>
                  <a:pt x="121118" y="127870"/>
                  <a:pt x="120726" y="128261"/>
                  <a:pt x="120335" y="128620"/>
                </a:cubicBezTo>
                <a:lnTo>
                  <a:pt x="120889" y="129207"/>
                </a:lnTo>
                <a:cubicBezTo>
                  <a:pt x="121313" y="128848"/>
                  <a:pt x="121705" y="128457"/>
                  <a:pt x="122064" y="128066"/>
                </a:cubicBezTo>
                <a:lnTo>
                  <a:pt x="122129" y="128033"/>
                </a:lnTo>
                <a:lnTo>
                  <a:pt x="121509" y="127478"/>
                </a:lnTo>
                <a:close/>
                <a:moveTo>
                  <a:pt x="92673" y="126435"/>
                </a:moveTo>
                <a:lnTo>
                  <a:pt x="92021" y="129240"/>
                </a:lnTo>
                <a:lnTo>
                  <a:pt x="92445" y="129305"/>
                </a:lnTo>
                <a:lnTo>
                  <a:pt x="93032" y="126532"/>
                </a:lnTo>
                <a:lnTo>
                  <a:pt x="92673" y="126435"/>
                </a:lnTo>
                <a:close/>
                <a:moveTo>
                  <a:pt x="94565" y="126793"/>
                </a:moveTo>
                <a:lnTo>
                  <a:pt x="94141" y="129631"/>
                </a:lnTo>
                <a:lnTo>
                  <a:pt x="94565" y="129664"/>
                </a:lnTo>
                <a:lnTo>
                  <a:pt x="94924" y="126826"/>
                </a:lnTo>
                <a:lnTo>
                  <a:pt x="94565" y="126793"/>
                </a:lnTo>
                <a:close/>
                <a:moveTo>
                  <a:pt x="100665" y="126826"/>
                </a:moveTo>
                <a:lnTo>
                  <a:pt x="100273" y="126859"/>
                </a:lnTo>
                <a:lnTo>
                  <a:pt x="100600" y="129729"/>
                </a:lnTo>
                <a:lnTo>
                  <a:pt x="101024" y="129664"/>
                </a:lnTo>
                <a:lnTo>
                  <a:pt x="100665" y="126826"/>
                </a:lnTo>
                <a:close/>
                <a:moveTo>
                  <a:pt x="96457" y="126989"/>
                </a:moveTo>
                <a:lnTo>
                  <a:pt x="96294" y="129827"/>
                </a:lnTo>
                <a:lnTo>
                  <a:pt x="96718" y="129860"/>
                </a:lnTo>
                <a:lnTo>
                  <a:pt x="96816" y="126989"/>
                </a:lnTo>
                <a:close/>
                <a:moveTo>
                  <a:pt x="98349" y="126989"/>
                </a:moveTo>
                <a:lnTo>
                  <a:pt x="98447" y="129860"/>
                </a:lnTo>
                <a:lnTo>
                  <a:pt x="98871" y="129860"/>
                </a:lnTo>
                <a:lnTo>
                  <a:pt x="98740" y="126989"/>
                </a:lnTo>
                <a:close/>
                <a:moveTo>
                  <a:pt x="28999" y="128457"/>
                </a:moveTo>
                <a:lnTo>
                  <a:pt x="28249" y="128751"/>
                </a:lnTo>
                <a:cubicBezTo>
                  <a:pt x="28412" y="129240"/>
                  <a:pt x="28608" y="129762"/>
                  <a:pt x="28803" y="130284"/>
                </a:cubicBezTo>
                <a:lnTo>
                  <a:pt x="29586" y="129990"/>
                </a:lnTo>
                <a:cubicBezTo>
                  <a:pt x="29391" y="129468"/>
                  <a:pt x="29195" y="128979"/>
                  <a:pt x="28999" y="128457"/>
                </a:cubicBezTo>
                <a:close/>
                <a:moveTo>
                  <a:pt x="128457" y="128946"/>
                </a:moveTo>
                <a:lnTo>
                  <a:pt x="130284" y="130414"/>
                </a:lnTo>
                <a:cubicBezTo>
                  <a:pt x="130055" y="130675"/>
                  <a:pt x="129827" y="130936"/>
                  <a:pt x="129631" y="131197"/>
                </a:cubicBezTo>
                <a:lnTo>
                  <a:pt x="127870" y="129664"/>
                </a:lnTo>
                <a:cubicBezTo>
                  <a:pt x="128066" y="129436"/>
                  <a:pt x="128261" y="129175"/>
                  <a:pt x="128457" y="128946"/>
                </a:cubicBezTo>
                <a:close/>
                <a:moveTo>
                  <a:pt x="114202" y="112604"/>
                </a:moveTo>
                <a:lnTo>
                  <a:pt x="122687" y="117072"/>
                </a:lnTo>
                <a:lnTo>
                  <a:pt x="122687" y="117072"/>
                </a:lnTo>
                <a:cubicBezTo>
                  <a:pt x="121412" y="119464"/>
                  <a:pt x="119769" y="121710"/>
                  <a:pt x="117758" y="123727"/>
                </a:cubicBezTo>
                <a:cubicBezTo>
                  <a:pt x="113591" y="127881"/>
                  <a:pt x="108447" y="130466"/>
                  <a:pt x="103063" y="131480"/>
                </a:cubicBezTo>
                <a:lnTo>
                  <a:pt x="103063" y="131480"/>
                </a:lnTo>
                <a:lnTo>
                  <a:pt x="102284" y="127197"/>
                </a:lnTo>
                <a:lnTo>
                  <a:pt x="102720" y="129403"/>
                </a:lnTo>
                <a:lnTo>
                  <a:pt x="103144" y="129305"/>
                </a:lnTo>
                <a:lnTo>
                  <a:pt x="102557" y="126532"/>
                </a:lnTo>
                <a:lnTo>
                  <a:pt x="102175" y="126596"/>
                </a:lnTo>
                <a:lnTo>
                  <a:pt x="102175" y="126596"/>
                </a:lnTo>
                <a:lnTo>
                  <a:pt x="101350" y="122064"/>
                </a:lnTo>
                <a:cubicBezTo>
                  <a:pt x="105003" y="121379"/>
                  <a:pt x="108363" y="119584"/>
                  <a:pt x="110973" y="116942"/>
                </a:cubicBezTo>
                <a:cubicBezTo>
                  <a:pt x="112245" y="115670"/>
                  <a:pt x="113354" y="114202"/>
                  <a:pt x="114202" y="112604"/>
                </a:cubicBezTo>
                <a:close/>
                <a:moveTo>
                  <a:pt x="76755" y="129925"/>
                </a:moveTo>
                <a:lnTo>
                  <a:pt x="76265" y="130577"/>
                </a:lnTo>
                <a:cubicBezTo>
                  <a:pt x="76689" y="130904"/>
                  <a:pt x="77113" y="131262"/>
                  <a:pt x="77570" y="131589"/>
                </a:cubicBezTo>
                <a:lnTo>
                  <a:pt x="78059" y="130904"/>
                </a:lnTo>
                <a:cubicBezTo>
                  <a:pt x="77603" y="130610"/>
                  <a:pt x="77179" y="130251"/>
                  <a:pt x="76755" y="129925"/>
                </a:cubicBezTo>
                <a:close/>
                <a:moveTo>
                  <a:pt x="128392" y="128392"/>
                </a:moveTo>
                <a:lnTo>
                  <a:pt x="128294" y="128522"/>
                </a:lnTo>
                <a:cubicBezTo>
                  <a:pt x="128000" y="128881"/>
                  <a:pt x="127707" y="129207"/>
                  <a:pt x="127413" y="129533"/>
                </a:cubicBezTo>
                <a:lnTo>
                  <a:pt x="127283" y="129697"/>
                </a:lnTo>
                <a:lnTo>
                  <a:pt x="129664" y="131784"/>
                </a:lnTo>
                <a:lnTo>
                  <a:pt x="129794" y="131621"/>
                </a:lnTo>
                <a:cubicBezTo>
                  <a:pt x="130121" y="131262"/>
                  <a:pt x="130414" y="130904"/>
                  <a:pt x="130740" y="130512"/>
                </a:cubicBezTo>
                <a:lnTo>
                  <a:pt x="130838" y="130349"/>
                </a:lnTo>
                <a:lnTo>
                  <a:pt x="128392" y="128392"/>
                </a:lnTo>
                <a:close/>
                <a:moveTo>
                  <a:pt x="97794" y="75548"/>
                </a:moveTo>
                <a:cubicBezTo>
                  <a:pt x="100019" y="75548"/>
                  <a:pt x="102220" y="75811"/>
                  <a:pt x="104354" y="76320"/>
                </a:cubicBezTo>
                <a:lnTo>
                  <a:pt x="104354" y="76320"/>
                </a:lnTo>
                <a:lnTo>
                  <a:pt x="101970" y="86019"/>
                </a:lnTo>
                <a:lnTo>
                  <a:pt x="102165" y="86051"/>
                </a:lnTo>
                <a:cubicBezTo>
                  <a:pt x="105395" y="86867"/>
                  <a:pt x="108331" y="88530"/>
                  <a:pt x="110679" y="90879"/>
                </a:cubicBezTo>
                <a:cubicBezTo>
                  <a:pt x="112245" y="92445"/>
                  <a:pt x="113517" y="94271"/>
                  <a:pt x="114430" y="96294"/>
                </a:cubicBezTo>
                <a:lnTo>
                  <a:pt x="114528" y="96490"/>
                </a:lnTo>
                <a:lnTo>
                  <a:pt x="123623" y="92385"/>
                </a:lnTo>
                <a:lnTo>
                  <a:pt x="123623" y="92385"/>
                </a:lnTo>
                <a:cubicBezTo>
                  <a:pt x="127027" y="100144"/>
                  <a:pt x="126779" y="109127"/>
                  <a:pt x="122878" y="116708"/>
                </a:cubicBezTo>
                <a:lnTo>
                  <a:pt x="122878" y="116708"/>
                </a:lnTo>
                <a:lnTo>
                  <a:pt x="114039" y="112049"/>
                </a:lnTo>
                <a:lnTo>
                  <a:pt x="113941" y="112245"/>
                </a:lnTo>
                <a:cubicBezTo>
                  <a:pt x="113093" y="113876"/>
                  <a:pt x="111984" y="115344"/>
                  <a:pt x="110679" y="116649"/>
                </a:cubicBezTo>
                <a:cubicBezTo>
                  <a:pt x="108070" y="119291"/>
                  <a:pt x="104742" y="121052"/>
                  <a:pt x="101089" y="121705"/>
                </a:cubicBezTo>
                <a:lnTo>
                  <a:pt x="100893" y="121737"/>
                </a:lnTo>
                <a:lnTo>
                  <a:pt x="102672" y="131551"/>
                </a:lnTo>
                <a:lnTo>
                  <a:pt x="102672" y="131551"/>
                </a:lnTo>
                <a:cubicBezTo>
                  <a:pt x="101059" y="131832"/>
                  <a:pt x="99427" y="131972"/>
                  <a:pt x="97794" y="131972"/>
                </a:cubicBezTo>
                <a:cubicBezTo>
                  <a:pt x="91166" y="131972"/>
                  <a:pt x="84538" y="129659"/>
                  <a:pt x="79232" y="125034"/>
                </a:cubicBezTo>
                <a:lnTo>
                  <a:pt x="79232" y="125034"/>
                </a:lnTo>
                <a:lnTo>
                  <a:pt x="80646" y="123439"/>
                </a:lnTo>
                <a:lnTo>
                  <a:pt x="80930" y="123695"/>
                </a:lnTo>
                <a:lnTo>
                  <a:pt x="82789" y="121509"/>
                </a:lnTo>
                <a:lnTo>
                  <a:pt x="82547" y="121294"/>
                </a:lnTo>
                <a:lnTo>
                  <a:pt x="85855" y="117562"/>
                </a:lnTo>
                <a:lnTo>
                  <a:pt x="85725" y="117432"/>
                </a:lnTo>
                <a:cubicBezTo>
                  <a:pt x="85431" y="117203"/>
                  <a:pt x="85170" y="116942"/>
                  <a:pt x="84910" y="116681"/>
                </a:cubicBezTo>
                <a:cubicBezTo>
                  <a:pt x="81452" y="113256"/>
                  <a:pt x="79527" y="108624"/>
                  <a:pt x="79560" y="103796"/>
                </a:cubicBezTo>
                <a:cubicBezTo>
                  <a:pt x="79527" y="98936"/>
                  <a:pt x="81452" y="94304"/>
                  <a:pt x="84910" y="90879"/>
                </a:cubicBezTo>
                <a:cubicBezTo>
                  <a:pt x="85431" y="90357"/>
                  <a:pt x="85986" y="89868"/>
                  <a:pt x="86541" y="89411"/>
                </a:cubicBezTo>
                <a:lnTo>
                  <a:pt x="86704" y="89313"/>
                </a:lnTo>
                <a:lnTo>
                  <a:pt x="80530" y="81426"/>
                </a:lnTo>
                <a:lnTo>
                  <a:pt x="80530" y="81426"/>
                </a:lnTo>
                <a:cubicBezTo>
                  <a:pt x="85439" y="77635"/>
                  <a:pt x="91502" y="75548"/>
                  <a:pt x="97794" y="75548"/>
                </a:cubicBezTo>
                <a:close/>
                <a:moveTo>
                  <a:pt x="165709" y="130675"/>
                </a:moveTo>
                <a:cubicBezTo>
                  <a:pt x="165481" y="131164"/>
                  <a:pt x="165285" y="131654"/>
                  <a:pt x="165089" y="132143"/>
                </a:cubicBezTo>
                <a:lnTo>
                  <a:pt x="165839" y="132469"/>
                </a:lnTo>
                <a:lnTo>
                  <a:pt x="165872" y="132469"/>
                </a:lnTo>
                <a:cubicBezTo>
                  <a:pt x="166068" y="131980"/>
                  <a:pt x="166296" y="131491"/>
                  <a:pt x="166459" y="130969"/>
                </a:cubicBezTo>
                <a:lnTo>
                  <a:pt x="165709" y="130675"/>
                </a:lnTo>
                <a:close/>
                <a:moveTo>
                  <a:pt x="117497" y="130904"/>
                </a:moveTo>
                <a:cubicBezTo>
                  <a:pt x="117073" y="131230"/>
                  <a:pt x="116616" y="131523"/>
                  <a:pt x="116159" y="131849"/>
                </a:cubicBezTo>
                <a:lnTo>
                  <a:pt x="116616" y="132535"/>
                </a:lnTo>
                <a:cubicBezTo>
                  <a:pt x="117105" y="132208"/>
                  <a:pt x="117562" y="131915"/>
                  <a:pt x="117986" y="131589"/>
                </a:cubicBezTo>
                <a:lnTo>
                  <a:pt x="117497" y="130904"/>
                </a:lnTo>
                <a:close/>
                <a:moveTo>
                  <a:pt x="30336" y="131882"/>
                </a:moveTo>
                <a:lnTo>
                  <a:pt x="29586" y="132176"/>
                </a:lnTo>
                <a:cubicBezTo>
                  <a:pt x="29782" y="132698"/>
                  <a:pt x="30010" y="133187"/>
                  <a:pt x="30206" y="133709"/>
                </a:cubicBezTo>
                <a:lnTo>
                  <a:pt x="30956" y="133383"/>
                </a:lnTo>
                <a:cubicBezTo>
                  <a:pt x="30728" y="132861"/>
                  <a:pt x="30532" y="132371"/>
                  <a:pt x="30336" y="131882"/>
                </a:cubicBezTo>
                <a:close/>
                <a:moveTo>
                  <a:pt x="152225" y="128674"/>
                </a:moveTo>
                <a:lnTo>
                  <a:pt x="159218" y="131849"/>
                </a:lnTo>
                <a:cubicBezTo>
                  <a:pt x="158929" y="132477"/>
                  <a:pt x="158631" y="133100"/>
                  <a:pt x="158323" y="133718"/>
                </a:cubicBezTo>
                <a:lnTo>
                  <a:pt x="158323" y="133718"/>
                </a:lnTo>
                <a:lnTo>
                  <a:pt x="151454" y="130284"/>
                </a:lnTo>
                <a:cubicBezTo>
                  <a:pt x="151719" y="129750"/>
                  <a:pt x="151977" y="129214"/>
                  <a:pt x="152225" y="128674"/>
                </a:cubicBezTo>
                <a:close/>
                <a:moveTo>
                  <a:pt x="125782" y="131947"/>
                </a:moveTo>
                <a:lnTo>
                  <a:pt x="127413" y="133578"/>
                </a:lnTo>
                <a:cubicBezTo>
                  <a:pt x="127152" y="133839"/>
                  <a:pt x="126891" y="134100"/>
                  <a:pt x="126630" y="134329"/>
                </a:cubicBezTo>
                <a:lnTo>
                  <a:pt x="125032" y="132632"/>
                </a:lnTo>
                <a:cubicBezTo>
                  <a:pt x="125260" y="132404"/>
                  <a:pt x="125521" y="132176"/>
                  <a:pt x="125782" y="131947"/>
                </a:cubicBezTo>
                <a:close/>
                <a:moveTo>
                  <a:pt x="81126" y="132926"/>
                </a:moveTo>
                <a:lnTo>
                  <a:pt x="80702" y="133644"/>
                </a:lnTo>
                <a:cubicBezTo>
                  <a:pt x="81191" y="133905"/>
                  <a:pt x="81680" y="134166"/>
                  <a:pt x="82169" y="134426"/>
                </a:cubicBezTo>
                <a:lnTo>
                  <a:pt x="82561" y="133676"/>
                </a:lnTo>
                <a:cubicBezTo>
                  <a:pt x="82072" y="133448"/>
                  <a:pt x="81582" y="133187"/>
                  <a:pt x="81126" y="132926"/>
                </a:cubicBezTo>
                <a:close/>
                <a:moveTo>
                  <a:pt x="19083" y="130349"/>
                </a:moveTo>
                <a:cubicBezTo>
                  <a:pt x="19344" y="131099"/>
                  <a:pt x="19605" y="131882"/>
                  <a:pt x="19898" y="132632"/>
                </a:cubicBezTo>
                <a:lnTo>
                  <a:pt x="14842" y="134524"/>
                </a:lnTo>
                <a:cubicBezTo>
                  <a:pt x="14548" y="133709"/>
                  <a:pt x="14255" y="132893"/>
                  <a:pt x="13994" y="132078"/>
                </a:cubicBezTo>
                <a:lnTo>
                  <a:pt x="19083" y="130349"/>
                </a:lnTo>
                <a:close/>
                <a:moveTo>
                  <a:pt x="125750" y="131360"/>
                </a:moveTo>
                <a:lnTo>
                  <a:pt x="125554" y="131556"/>
                </a:lnTo>
                <a:cubicBezTo>
                  <a:pt x="125228" y="131882"/>
                  <a:pt x="124934" y="132176"/>
                  <a:pt x="124608" y="132469"/>
                </a:cubicBezTo>
                <a:lnTo>
                  <a:pt x="124445" y="132600"/>
                </a:lnTo>
                <a:lnTo>
                  <a:pt x="126598" y="134916"/>
                </a:lnTo>
                <a:lnTo>
                  <a:pt x="126761" y="134785"/>
                </a:lnTo>
                <a:cubicBezTo>
                  <a:pt x="127087" y="134459"/>
                  <a:pt x="127446" y="134133"/>
                  <a:pt x="127772" y="133774"/>
                </a:cubicBezTo>
                <a:lnTo>
                  <a:pt x="128000" y="133578"/>
                </a:lnTo>
                <a:lnTo>
                  <a:pt x="125750" y="131360"/>
                </a:lnTo>
                <a:close/>
                <a:moveTo>
                  <a:pt x="19344" y="129827"/>
                </a:moveTo>
                <a:lnTo>
                  <a:pt x="13472" y="131817"/>
                </a:lnTo>
                <a:lnTo>
                  <a:pt x="13537" y="132013"/>
                </a:lnTo>
                <a:cubicBezTo>
                  <a:pt x="13863" y="132991"/>
                  <a:pt x="14190" y="133937"/>
                  <a:pt x="14548" y="134883"/>
                </a:cubicBezTo>
                <a:lnTo>
                  <a:pt x="14614" y="135079"/>
                </a:lnTo>
                <a:lnTo>
                  <a:pt x="20420" y="132861"/>
                </a:lnTo>
                <a:lnTo>
                  <a:pt x="20355" y="132698"/>
                </a:lnTo>
                <a:cubicBezTo>
                  <a:pt x="20029" y="131817"/>
                  <a:pt x="19702" y="130936"/>
                  <a:pt x="19409" y="130023"/>
                </a:cubicBezTo>
                <a:lnTo>
                  <a:pt x="19344" y="129827"/>
                </a:lnTo>
                <a:close/>
                <a:moveTo>
                  <a:pt x="113028" y="133676"/>
                </a:moveTo>
                <a:cubicBezTo>
                  <a:pt x="112539" y="133937"/>
                  <a:pt x="112049" y="134166"/>
                  <a:pt x="111560" y="134394"/>
                </a:cubicBezTo>
                <a:lnTo>
                  <a:pt x="111886" y="135144"/>
                </a:lnTo>
                <a:lnTo>
                  <a:pt x="111919" y="135111"/>
                </a:lnTo>
                <a:cubicBezTo>
                  <a:pt x="112408" y="134883"/>
                  <a:pt x="112897" y="134655"/>
                  <a:pt x="113387" y="134426"/>
                </a:cubicBezTo>
                <a:lnTo>
                  <a:pt x="113028" y="133676"/>
                </a:lnTo>
                <a:close/>
                <a:moveTo>
                  <a:pt x="164274" y="134002"/>
                </a:moveTo>
                <a:cubicBezTo>
                  <a:pt x="164045" y="134524"/>
                  <a:pt x="163817" y="135014"/>
                  <a:pt x="163589" y="135503"/>
                </a:cubicBezTo>
                <a:lnTo>
                  <a:pt x="164339" y="135829"/>
                </a:lnTo>
                <a:cubicBezTo>
                  <a:pt x="164600" y="135340"/>
                  <a:pt x="164828" y="134851"/>
                  <a:pt x="165024" y="134361"/>
                </a:cubicBezTo>
                <a:lnTo>
                  <a:pt x="164274" y="134002"/>
                </a:lnTo>
                <a:close/>
                <a:moveTo>
                  <a:pt x="176865" y="132176"/>
                </a:moveTo>
                <a:lnTo>
                  <a:pt x="181954" y="134035"/>
                </a:lnTo>
                <a:cubicBezTo>
                  <a:pt x="181660" y="134851"/>
                  <a:pt x="181334" y="135633"/>
                  <a:pt x="181008" y="136449"/>
                </a:cubicBezTo>
                <a:lnTo>
                  <a:pt x="176017" y="134426"/>
                </a:lnTo>
                <a:lnTo>
                  <a:pt x="176049" y="134426"/>
                </a:lnTo>
                <a:cubicBezTo>
                  <a:pt x="176343" y="133709"/>
                  <a:pt x="176604" y="132926"/>
                  <a:pt x="176865" y="132176"/>
                </a:cubicBezTo>
                <a:close/>
                <a:moveTo>
                  <a:pt x="85888" y="135177"/>
                </a:moveTo>
                <a:lnTo>
                  <a:pt x="85595" y="135927"/>
                </a:lnTo>
                <a:cubicBezTo>
                  <a:pt x="86116" y="136123"/>
                  <a:pt x="86638" y="136318"/>
                  <a:pt x="87160" y="136482"/>
                </a:cubicBezTo>
                <a:lnTo>
                  <a:pt x="87421" y="135699"/>
                </a:lnTo>
                <a:cubicBezTo>
                  <a:pt x="86899" y="135536"/>
                  <a:pt x="86377" y="135372"/>
                  <a:pt x="85888" y="135177"/>
                </a:cubicBezTo>
                <a:close/>
                <a:moveTo>
                  <a:pt x="70296" y="68991"/>
                </a:moveTo>
                <a:lnTo>
                  <a:pt x="71462" y="70479"/>
                </a:lnTo>
                <a:lnTo>
                  <a:pt x="71462" y="70479"/>
                </a:lnTo>
                <a:cubicBezTo>
                  <a:pt x="71288" y="70620"/>
                  <a:pt x="71115" y="70764"/>
                  <a:pt x="70948" y="70916"/>
                </a:cubicBezTo>
                <a:lnTo>
                  <a:pt x="70785" y="71046"/>
                </a:lnTo>
                <a:lnTo>
                  <a:pt x="72775" y="73493"/>
                </a:lnTo>
                <a:lnTo>
                  <a:pt x="72938" y="73329"/>
                </a:lnTo>
                <a:cubicBezTo>
                  <a:pt x="73100" y="73212"/>
                  <a:pt x="73255" y="73088"/>
                  <a:pt x="73409" y="72963"/>
                </a:cubicBezTo>
                <a:lnTo>
                  <a:pt x="73409" y="72963"/>
                </a:lnTo>
                <a:lnTo>
                  <a:pt x="79973" y="81337"/>
                </a:lnTo>
                <a:lnTo>
                  <a:pt x="79973" y="81337"/>
                </a:lnTo>
                <a:cubicBezTo>
                  <a:pt x="79131" y="82006"/>
                  <a:pt x="78317" y="82729"/>
                  <a:pt x="77537" y="83507"/>
                </a:cubicBezTo>
                <a:cubicBezTo>
                  <a:pt x="66381" y="94695"/>
                  <a:pt x="66381" y="112832"/>
                  <a:pt x="77537" y="124021"/>
                </a:cubicBezTo>
                <a:cubicBezTo>
                  <a:pt x="77901" y="124385"/>
                  <a:pt x="78274" y="124738"/>
                  <a:pt x="78655" y="125080"/>
                </a:cubicBezTo>
                <a:lnTo>
                  <a:pt x="78655" y="125080"/>
                </a:lnTo>
                <a:lnTo>
                  <a:pt x="68241" y="136808"/>
                </a:lnTo>
                <a:cubicBezTo>
                  <a:pt x="67654" y="136253"/>
                  <a:pt x="67034" y="135699"/>
                  <a:pt x="66447" y="135111"/>
                </a:cubicBezTo>
                <a:cubicBezTo>
                  <a:pt x="58129" y="126826"/>
                  <a:pt x="53431" y="115540"/>
                  <a:pt x="53497" y="103764"/>
                </a:cubicBezTo>
                <a:cubicBezTo>
                  <a:pt x="53431" y="91988"/>
                  <a:pt x="58129" y="80702"/>
                  <a:pt x="66479" y="72416"/>
                </a:cubicBezTo>
                <a:cubicBezTo>
                  <a:pt x="67686" y="71209"/>
                  <a:pt x="68958" y="70067"/>
                  <a:pt x="70296" y="68991"/>
                </a:cubicBezTo>
                <a:close/>
                <a:moveTo>
                  <a:pt x="108167" y="135699"/>
                </a:moveTo>
                <a:cubicBezTo>
                  <a:pt x="107646" y="135862"/>
                  <a:pt x="107124" y="136025"/>
                  <a:pt x="106602" y="136155"/>
                </a:cubicBezTo>
                <a:lnTo>
                  <a:pt x="106797" y="136938"/>
                </a:lnTo>
                <a:lnTo>
                  <a:pt x="106830" y="136938"/>
                </a:lnTo>
                <a:cubicBezTo>
                  <a:pt x="107352" y="136808"/>
                  <a:pt x="107907" y="136645"/>
                  <a:pt x="108396" y="136482"/>
                </a:cubicBezTo>
                <a:lnTo>
                  <a:pt x="108167" y="135699"/>
                </a:lnTo>
                <a:close/>
                <a:moveTo>
                  <a:pt x="176637" y="131654"/>
                </a:moveTo>
                <a:lnTo>
                  <a:pt x="176571" y="131849"/>
                </a:lnTo>
                <a:cubicBezTo>
                  <a:pt x="176245" y="132730"/>
                  <a:pt x="175919" y="133611"/>
                  <a:pt x="175560" y="134459"/>
                </a:cubicBezTo>
                <a:lnTo>
                  <a:pt x="175495" y="134655"/>
                </a:lnTo>
                <a:lnTo>
                  <a:pt x="181236" y="136971"/>
                </a:lnTo>
                <a:lnTo>
                  <a:pt x="181301" y="136775"/>
                </a:lnTo>
                <a:cubicBezTo>
                  <a:pt x="181693" y="135862"/>
                  <a:pt x="182051" y="134916"/>
                  <a:pt x="182410" y="133970"/>
                </a:cubicBezTo>
                <a:lnTo>
                  <a:pt x="182476" y="133774"/>
                </a:lnTo>
                <a:lnTo>
                  <a:pt x="176637" y="131654"/>
                </a:lnTo>
                <a:close/>
                <a:moveTo>
                  <a:pt x="31837" y="135209"/>
                </a:moveTo>
                <a:lnTo>
                  <a:pt x="31087" y="135568"/>
                </a:lnTo>
                <a:cubicBezTo>
                  <a:pt x="31315" y="136057"/>
                  <a:pt x="31543" y="136547"/>
                  <a:pt x="31804" y="137036"/>
                </a:cubicBezTo>
                <a:lnTo>
                  <a:pt x="32522" y="136677"/>
                </a:lnTo>
                <a:cubicBezTo>
                  <a:pt x="32294" y="136188"/>
                  <a:pt x="32065" y="135699"/>
                  <a:pt x="31837" y="135209"/>
                </a:cubicBezTo>
                <a:close/>
                <a:moveTo>
                  <a:pt x="90944" y="136612"/>
                </a:moveTo>
                <a:lnTo>
                  <a:pt x="90781" y="137427"/>
                </a:lnTo>
                <a:cubicBezTo>
                  <a:pt x="91303" y="137558"/>
                  <a:pt x="91858" y="137656"/>
                  <a:pt x="92412" y="137721"/>
                </a:cubicBezTo>
                <a:lnTo>
                  <a:pt x="92543" y="136906"/>
                </a:lnTo>
                <a:cubicBezTo>
                  <a:pt x="92021" y="136840"/>
                  <a:pt x="91466" y="136742"/>
                  <a:pt x="90944" y="136612"/>
                </a:cubicBezTo>
                <a:close/>
                <a:moveTo>
                  <a:pt x="103046" y="136938"/>
                </a:moveTo>
                <a:cubicBezTo>
                  <a:pt x="102492" y="137003"/>
                  <a:pt x="101970" y="137069"/>
                  <a:pt x="101415" y="137134"/>
                </a:cubicBezTo>
                <a:lnTo>
                  <a:pt x="101513" y="137949"/>
                </a:lnTo>
                <a:lnTo>
                  <a:pt x="101546" y="137949"/>
                </a:lnTo>
                <a:cubicBezTo>
                  <a:pt x="102068" y="137884"/>
                  <a:pt x="102622" y="137819"/>
                  <a:pt x="103177" y="137754"/>
                </a:cubicBezTo>
                <a:lnTo>
                  <a:pt x="103046" y="136938"/>
                </a:lnTo>
                <a:close/>
                <a:moveTo>
                  <a:pt x="96163" y="137297"/>
                </a:moveTo>
                <a:lnTo>
                  <a:pt x="96131" y="138113"/>
                </a:lnTo>
                <a:cubicBezTo>
                  <a:pt x="96685" y="138145"/>
                  <a:pt x="97240" y="138145"/>
                  <a:pt x="97794" y="138145"/>
                </a:cubicBezTo>
                <a:lnTo>
                  <a:pt x="97794" y="137330"/>
                </a:lnTo>
                <a:cubicBezTo>
                  <a:pt x="97240" y="137330"/>
                  <a:pt x="96685" y="137330"/>
                  <a:pt x="96163" y="137297"/>
                </a:cubicBezTo>
                <a:close/>
                <a:moveTo>
                  <a:pt x="162708" y="137297"/>
                </a:moveTo>
                <a:cubicBezTo>
                  <a:pt x="162447" y="137754"/>
                  <a:pt x="162186" y="138243"/>
                  <a:pt x="161958" y="138700"/>
                </a:cubicBezTo>
                <a:lnTo>
                  <a:pt x="162675" y="139124"/>
                </a:lnTo>
                <a:cubicBezTo>
                  <a:pt x="162936" y="138634"/>
                  <a:pt x="163197" y="138145"/>
                  <a:pt x="163426" y="137656"/>
                </a:cubicBezTo>
                <a:lnTo>
                  <a:pt x="162708" y="137297"/>
                </a:lnTo>
                <a:close/>
                <a:moveTo>
                  <a:pt x="76689" y="137395"/>
                </a:moveTo>
                <a:lnTo>
                  <a:pt x="77472" y="137884"/>
                </a:lnTo>
                <a:lnTo>
                  <a:pt x="76298" y="139907"/>
                </a:lnTo>
                <a:cubicBezTo>
                  <a:pt x="76004" y="139744"/>
                  <a:pt x="75711" y="139548"/>
                  <a:pt x="75417" y="139385"/>
                </a:cubicBezTo>
                <a:lnTo>
                  <a:pt x="76689" y="137395"/>
                </a:lnTo>
                <a:close/>
                <a:moveTo>
                  <a:pt x="33468" y="138471"/>
                </a:moveTo>
                <a:lnTo>
                  <a:pt x="32750" y="138863"/>
                </a:lnTo>
                <a:cubicBezTo>
                  <a:pt x="33044" y="139319"/>
                  <a:pt x="33305" y="139809"/>
                  <a:pt x="33566" y="140298"/>
                </a:cubicBezTo>
                <a:lnTo>
                  <a:pt x="34251" y="139874"/>
                </a:lnTo>
                <a:cubicBezTo>
                  <a:pt x="33990" y="139417"/>
                  <a:pt x="33729" y="138928"/>
                  <a:pt x="33468" y="138471"/>
                </a:cubicBezTo>
                <a:close/>
                <a:moveTo>
                  <a:pt x="76559" y="136840"/>
                </a:moveTo>
                <a:lnTo>
                  <a:pt x="74863" y="139515"/>
                </a:lnTo>
                <a:lnTo>
                  <a:pt x="75026" y="139613"/>
                </a:lnTo>
                <a:cubicBezTo>
                  <a:pt x="75450" y="139874"/>
                  <a:pt x="75841" y="140135"/>
                  <a:pt x="76265" y="140363"/>
                </a:cubicBezTo>
                <a:lnTo>
                  <a:pt x="76428" y="140461"/>
                </a:lnTo>
                <a:lnTo>
                  <a:pt x="78027" y="137754"/>
                </a:lnTo>
                <a:lnTo>
                  <a:pt x="77864" y="137656"/>
                </a:lnTo>
                <a:cubicBezTo>
                  <a:pt x="77472" y="137427"/>
                  <a:pt x="77113" y="137199"/>
                  <a:pt x="76722" y="136971"/>
                </a:cubicBezTo>
                <a:lnTo>
                  <a:pt x="76559" y="136840"/>
                </a:lnTo>
                <a:close/>
                <a:moveTo>
                  <a:pt x="80180" y="139352"/>
                </a:moveTo>
                <a:cubicBezTo>
                  <a:pt x="80473" y="139515"/>
                  <a:pt x="80734" y="139646"/>
                  <a:pt x="81028" y="139776"/>
                </a:cubicBezTo>
                <a:lnTo>
                  <a:pt x="80049" y="141896"/>
                </a:lnTo>
                <a:cubicBezTo>
                  <a:pt x="79756" y="141766"/>
                  <a:pt x="79462" y="141603"/>
                  <a:pt x="79136" y="141440"/>
                </a:cubicBezTo>
                <a:lnTo>
                  <a:pt x="80180" y="139352"/>
                </a:lnTo>
                <a:close/>
                <a:moveTo>
                  <a:pt x="160946" y="140494"/>
                </a:moveTo>
                <a:cubicBezTo>
                  <a:pt x="160685" y="140983"/>
                  <a:pt x="160392" y="141440"/>
                  <a:pt x="160131" y="141896"/>
                </a:cubicBezTo>
                <a:lnTo>
                  <a:pt x="160816" y="142320"/>
                </a:lnTo>
                <a:cubicBezTo>
                  <a:pt x="161110" y="141831"/>
                  <a:pt x="161370" y="141374"/>
                  <a:pt x="161631" y="140918"/>
                </a:cubicBezTo>
                <a:lnTo>
                  <a:pt x="160946" y="140494"/>
                </a:lnTo>
                <a:close/>
                <a:moveTo>
                  <a:pt x="80017" y="138830"/>
                </a:moveTo>
                <a:lnTo>
                  <a:pt x="78614" y="141635"/>
                </a:lnTo>
                <a:lnTo>
                  <a:pt x="78777" y="141733"/>
                </a:lnTo>
                <a:cubicBezTo>
                  <a:pt x="79201" y="141929"/>
                  <a:pt x="79625" y="142157"/>
                  <a:pt x="80082" y="142353"/>
                </a:cubicBezTo>
                <a:lnTo>
                  <a:pt x="80245" y="142418"/>
                </a:lnTo>
                <a:lnTo>
                  <a:pt x="81582" y="139580"/>
                </a:lnTo>
                <a:lnTo>
                  <a:pt x="81387" y="139483"/>
                </a:lnTo>
                <a:lnTo>
                  <a:pt x="80180" y="138928"/>
                </a:lnTo>
                <a:lnTo>
                  <a:pt x="80017" y="138830"/>
                </a:lnTo>
                <a:close/>
                <a:moveTo>
                  <a:pt x="22214" y="138243"/>
                </a:moveTo>
                <a:cubicBezTo>
                  <a:pt x="22540" y="138961"/>
                  <a:pt x="22899" y="139711"/>
                  <a:pt x="23258" y="140429"/>
                </a:cubicBezTo>
                <a:lnTo>
                  <a:pt x="18463" y="142810"/>
                </a:lnTo>
                <a:cubicBezTo>
                  <a:pt x="18071" y="142027"/>
                  <a:pt x="17680" y="141244"/>
                  <a:pt x="17321" y="140461"/>
                </a:cubicBezTo>
                <a:lnTo>
                  <a:pt x="22214" y="138243"/>
                </a:lnTo>
                <a:close/>
                <a:moveTo>
                  <a:pt x="42243" y="119519"/>
                </a:moveTo>
                <a:cubicBezTo>
                  <a:pt x="44265" y="126663"/>
                  <a:pt x="47625" y="133317"/>
                  <a:pt x="52159" y="139156"/>
                </a:cubicBezTo>
                <a:lnTo>
                  <a:pt x="47069" y="143146"/>
                </a:lnTo>
                <a:lnTo>
                  <a:pt x="47069" y="143146"/>
                </a:lnTo>
                <a:cubicBezTo>
                  <a:pt x="42052" y="136688"/>
                  <a:pt x="38254" y="129280"/>
                  <a:pt x="35977" y="121297"/>
                </a:cubicBezTo>
                <a:lnTo>
                  <a:pt x="35977" y="121297"/>
                </a:lnTo>
                <a:lnTo>
                  <a:pt x="35192" y="121515"/>
                </a:lnTo>
                <a:lnTo>
                  <a:pt x="35192" y="121515"/>
                </a:lnTo>
                <a:cubicBezTo>
                  <a:pt x="35190" y="121509"/>
                  <a:pt x="35188" y="121503"/>
                  <a:pt x="35186" y="121497"/>
                </a:cubicBezTo>
                <a:lnTo>
                  <a:pt x="35186" y="121497"/>
                </a:lnTo>
                <a:lnTo>
                  <a:pt x="35971" y="121277"/>
                </a:lnTo>
                <a:lnTo>
                  <a:pt x="35971" y="121277"/>
                </a:lnTo>
                <a:cubicBezTo>
                  <a:pt x="35973" y="121284"/>
                  <a:pt x="35975" y="121290"/>
                  <a:pt x="35977" y="121297"/>
                </a:cubicBezTo>
                <a:lnTo>
                  <a:pt x="35977" y="121297"/>
                </a:lnTo>
                <a:lnTo>
                  <a:pt x="40612" y="120008"/>
                </a:lnTo>
                <a:lnTo>
                  <a:pt x="40602" y="119979"/>
                </a:lnTo>
                <a:lnTo>
                  <a:pt x="40602" y="119979"/>
                </a:lnTo>
                <a:lnTo>
                  <a:pt x="42243" y="119519"/>
                </a:lnTo>
                <a:close/>
                <a:moveTo>
                  <a:pt x="22410" y="137688"/>
                </a:moveTo>
                <a:lnTo>
                  <a:pt x="16767" y="140265"/>
                </a:lnTo>
                <a:lnTo>
                  <a:pt x="16864" y="140461"/>
                </a:lnTo>
                <a:cubicBezTo>
                  <a:pt x="17289" y="141374"/>
                  <a:pt x="17713" y="142288"/>
                  <a:pt x="18169" y="143201"/>
                </a:cubicBezTo>
                <a:lnTo>
                  <a:pt x="18267" y="143364"/>
                </a:lnTo>
                <a:lnTo>
                  <a:pt x="23813" y="140592"/>
                </a:lnTo>
                <a:lnTo>
                  <a:pt x="23715" y="140429"/>
                </a:lnTo>
                <a:cubicBezTo>
                  <a:pt x="23323" y="139580"/>
                  <a:pt x="22899" y="138732"/>
                  <a:pt x="22508" y="137884"/>
                </a:cubicBezTo>
                <a:lnTo>
                  <a:pt x="22410" y="137688"/>
                </a:lnTo>
                <a:close/>
                <a:moveTo>
                  <a:pt x="83866" y="140950"/>
                </a:moveTo>
                <a:cubicBezTo>
                  <a:pt x="84159" y="141081"/>
                  <a:pt x="84453" y="141179"/>
                  <a:pt x="84746" y="141277"/>
                </a:cubicBezTo>
                <a:lnTo>
                  <a:pt x="83996" y="143495"/>
                </a:lnTo>
                <a:cubicBezTo>
                  <a:pt x="83670" y="143364"/>
                  <a:pt x="83376" y="143266"/>
                  <a:pt x="83050" y="143136"/>
                </a:cubicBezTo>
                <a:lnTo>
                  <a:pt x="83866" y="140950"/>
                </a:lnTo>
                <a:close/>
                <a:moveTo>
                  <a:pt x="83637" y="140429"/>
                </a:moveTo>
                <a:lnTo>
                  <a:pt x="82528" y="143364"/>
                </a:lnTo>
                <a:lnTo>
                  <a:pt x="82724" y="143462"/>
                </a:lnTo>
                <a:cubicBezTo>
                  <a:pt x="83148" y="143625"/>
                  <a:pt x="83605" y="143788"/>
                  <a:pt x="84061" y="143919"/>
                </a:cubicBezTo>
                <a:lnTo>
                  <a:pt x="84257" y="144017"/>
                </a:lnTo>
                <a:lnTo>
                  <a:pt x="85268" y="141016"/>
                </a:lnTo>
                <a:lnTo>
                  <a:pt x="85073" y="140950"/>
                </a:lnTo>
                <a:cubicBezTo>
                  <a:pt x="84649" y="140820"/>
                  <a:pt x="84224" y="140657"/>
                  <a:pt x="83833" y="140494"/>
                </a:cubicBezTo>
                <a:lnTo>
                  <a:pt x="83637" y="140429"/>
                </a:lnTo>
                <a:close/>
                <a:moveTo>
                  <a:pt x="108494" y="141994"/>
                </a:moveTo>
                <a:lnTo>
                  <a:pt x="109146" y="144245"/>
                </a:lnTo>
                <a:cubicBezTo>
                  <a:pt x="108820" y="144343"/>
                  <a:pt x="108494" y="144408"/>
                  <a:pt x="108167" y="144506"/>
                </a:cubicBezTo>
                <a:lnTo>
                  <a:pt x="107613" y="142255"/>
                </a:lnTo>
                <a:cubicBezTo>
                  <a:pt x="107907" y="142157"/>
                  <a:pt x="108200" y="142092"/>
                  <a:pt x="108494" y="141994"/>
                </a:cubicBezTo>
                <a:close/>
                <a:moveTo>
                  <a:pt x="173570" y="139972"/>
                </a:moveTo>
                <a:lnTo>
                  <a:pt x="178431" y="142320"/>
                </a:lnTo>
                <a:cubicBezTo>
                  <a:pt x="178039" y="143071"/>
                  <a:pt x="177648" y="143854"/>
                  <a:pt x="177256" y="144636"/>
                </a:cubicBezTo>
                <a:lnTo>
                  <a:pt x="172494" y="142125"/>
                </a:lnTo>
                <a:cubicBezTo>
                  <a:pt x="172885" y="141407"/>
                  <a:pt x="173244" y="140689"/>
                  <a:pt x="173570" y="139972"/>
                </a:cubicBezTo>
                <a:close/>
                <a:moveTo>
                  <a:pt x="87715" y="142157"/>
                </a:moveTo>
                <a:cubicBezTo>
                  <a:pt x="88008" y="142255"/>
                  <a:pt x="88302" y="142320"/>
                  <a:pt x="88596" y="142386"/>
                </a:cubicBezTo>
                <a:lnTo>
                  <a:pt x="88074" y="144669"/>
                </a:lnTo>
                <a:lnTo>
                  <a:pt x="87095" y="144441"/>
                </a:lnTo>
                <a:lnTo>
                  <a:pt x="87715" y="142157"/>
                </a:lnTo>
                <a:close/>
                <a:moveTo>
                  <a:pt x="108787" y="141505"/>
                </a:moveTo>
                <a:lnTo>
                  <a:pt x="108592" y="141570"/>
                </a:lnTo>
                <a:lnTo>
                  <a:pt x="107287" y="141896"/>
                </a:lnTo>
                <a:lnTo>
                  <a:pt x="107091" y="141929"/>
                </a:lnTo>
                <a:lnTo>
                  <a:pt x="107874" y="144995"/>
                </a:lnTo>
                <a:lnTo>
                  <a:pt x="108070" y="144963"/>
                </a:lnTo>
                <a:cubicBezTo>
                  <a:pt x="108526" y="144832"/>
                  <a:pt x="108983" y="144702"/>
                  <a:pt x="109440" y="144571"/>
                </a:cubicBezTo>
                <a:lnTo>
                  <a:pt x="109635" y="144539"/>
                </a:lnTo>
                <a:lnTo>
                  <a:pt x="108787" y="141505"/>
                </a:lnTo>
                <a:close/>
                <a:moveTo>
                  <a:pt x="87421" y="141668"/>
                </a:moveTo>
                <a:lnTo>
                  <a:pt x="86606" y="144702"/>
                </a:lnTo>
                <a:lnTo>
                  <a:pt x="86801" y="144767"/>
                </a:lnTo>
                <a:cubicBezTo>
                  <a:pt x="87258" y="144897"/>
                  <a:pt x="87715" y="144995"/>
                  <a:pt x="88171" y="145126"/>
                </a:cubicBezTo>
                <a:lnTo>
                  <a:pt x="88400" y="145158"/>
                </a:lnTo>
                <a:lnTo>
                  <a:pt x="89117" y="142092"/>
                </a:lnTo>
                <a:lnTo>
                  <a:pt x="88889" y="142060"/>
                </a:lnTo>
                <a:cubicBezTo>
                  <a:pt x="88465" y="141962"/>
                  <a:pt x="88008" y="141831"/>
                  <a:pt x="87617" y="141733"/>
                </a:cubicBezTo>
                <a:lnTo>
                  <a:pt x="87421" y="141668"/>
                </a:lnTo>
                <a:close/>
                <a:moveTo>
                  <a:pt x="173407" y="139450"/>
                </a:moveTo>
                <a:lnTo>
                  <a:pt x="173309" y="139613"/>
                </a:lnTo>
                <a:cubicBezTo>
                  <a:pt x="172885" y="140461"/>
                  <a:pt x="172461" y="141309"/>
                  <a:pt x="172037" y="142125"/>
                </a:cubicBezTo>
                <a:lnTo>
                  <a:pt x="171939" y="142320"/>
                </a:lnTo>
                <a:lnTo>
                  <a:pt x="177419" y="145158"/>
                </a:lnTo>
                <a:lnTo>
                  <a:pt x="177517" y="145028"/>
                </a:lnTo>
                <a:cubicBezTo>
                  <a:pt x="178007" y="144115"/>
                  <a:pt x="178463" y="143234"/>
                  <a:pt x="178887" y="142320"/>
                </a:cubicBezTo>
                <a:lnTo>
                  <a:pt x="178985" y="142125"/>
                </a:lnTo>
                <a:lnTo>
                  <a:pt x="173407" y="139450"/>
                </a:lnTo>
                <a:close/>
                <a:moveTo>
                  <a:pt x="104547" y="142875"/>
                </a:moveTo>
                <a:lnTo>
                  <a:pt x="104971" y="145191"/>
                </a:lnTo>
                <a:cubicBezTo>
                  <a:pt x="104612" y="145224"/>
                  <a:pt x="104286" y="145289"/>
                  <a:pt x="103960" y="145354"/>
                </a:cubicBezTo>
                <a:lnTo>
                  <a:pt x="103633" y="143038"/>
                </a:lnTo>
                <a:lnTo>
                  <a:pt x="103666" y="143038"/>
                </a:lnTo>
                <a:cubicBezTo>
                  <a:pt x="103992" y="143005"/>
                  <a:pt x="104253" y="142940"/>
                  <a:pt x="104547" y="142875"/>
                </a:cubicBezTo>
                <a:close/>
                <a:moveTo>
                  <a:pt x="159022" y="143560"/>
                </a:moveTo>
                <a:cubicBezTo>
                  <a:pt x="158728" y="144017"/>
                  <a:pt x="158435" y="144473"/>
                  <a:pt x="158141" y="144897"/>
                </a:cubicBezTo>
                <a:lnTo>
                  <a:pt x="158826" y="145387"/>
                </a:lnTo>
                <a:cubicBezTo>
                  <a:pt x="159120" y="144963"/>
                  <a:pt x="159446" y="144506"/>
                  <a:pt x="159707" y="144017"/>
                </a:cubicBezTo>
                <a:lnTo>
                  <a:pt x="159022" y="143560"/>
                </a:lnTo>
                <a:close/>
                <a:moveTo>
                  <a:pt x="91629" y="143005"/>
                </a:moveTo>
                <a:lnTo>
                  <a:pt x="92575" y="143136"/>
                </a:lnTo>
                <a:lnTo>
                  <a:pt x="92249" y="145452"/>
                </a:lnTo>
                <a:cubicBezTo>
                  <a:pt x="91923" y="145387"/>
                  <a:pt x="91564" y="145354"/>
                  <a:pt x="91238" y="145289"/>
                </a:cubicBezTo>
                <a:lnTo>
                  <a:pt x="91629" y="143005"/>
                </a:lnTo>
                <a:close/>
                <a:moveTo>
                  <a:pt x="50887" y="124282"/>
                </a:moveTo>
                <a:cubicBezTo>
                  <a:pt x="53464" y="130121"/>
                  <a:pt x="57085" y="135470"/>
                  <a:pt x="61619" y="139972"/>
                </a:cubicBezTo>
                <a:cubicBezTo>
                  <a:pt x="63380" y="141733"/>
                  <a:pt x="65272" y="143397"/>
                  <a:pt x="67295" y="144865"/>
                </a:cubicBezTo>
                <a:lnTo>
                  <a:pt x="65925" y="145713"/>
                </a:lnTo>
                <a:cubicBezTo>
                  <a:pt x="65240" y="145191"/>
                  <a:pt x="64555" y="144636"/>
                  <a:pt x="63902" y="144082"/>
                </a:cubicBezTo>
                <a:lnTo>
                  <a:pt x="63739" y="143951"/>
                </a:lnTo>
                <a:lnTo>
                  <a:pt x="62793" y="145126"/>
                </a:lnTo>
                <a:cubicBezTo>
                  <a:pt x="62043" y="144473"/>
                  <a:pt x="61293" y="143821"/>
                  <a:pt x="60575" y="143136"/>
                </a:cubicBezTo>
                <a:lnTo>
                  <a:pt x="61619" y="142060"/>
                </a:lnTo>
                <a:lnTo>
                  <a:pt x="61488" y="141896"/>
                </a:lnTo>
                <a:cubicBezTo>
                  <a:pt x="61162" y="141603"/>
                  <a:pt x="60934" y="141374"/>
                  <a:pt x="60575" y="141016"/>
                </a:cubicBezTo>
                <a:cubicBezTo>
                  <a:pt x="60216" y="140689"/>
                  <a:pt x="59890" y="140331"/>
                  <a:pt x="59531" y="139972"/>
                </a:cubicBezTo>
                <a:lnTo>
                  <a:pt x="59401" y="139809"/>
                </a:lnTo>
                <a:lnTo>
                  <a:pt x="58324" y="140853"/>
                </a:lnTo>
                <a:cubicBezTo>
                  <a:pt x="57639" y="140135"/>
                  <a:pt x="56987" y="139385"/>
                  <a:pt x="56335" y="138634"/>
                </a:cubicBezTo>
                <a:lnTo>
                  <a:pt x="57509" y="137688"/>
                </a:lnTo>
                <a:lnTo>
                  <a:pt x="57378" y="137525"/>
                </a:lnTo>
                <a:cubicBezTo>
                  <a:pt x="56791" y="136808"/>
                  <a:pt x="56204" y="136090"/>
                  <a:pt x="55682" y="135372"/>
                </a:cubicBezTo>
                <a:lnTo>
                  <a:pt x="55552" y="135209"/>
                </a:lnTo>
                <a:lnTo>
                  <a:pt x="54312" y="136123"/>
                </a:lnTo>
                <a:cubicBezTo>
                  <a:pt x="53725" y="135307"/>
                  <a:pt x="53170" y="134492"/>
                  <a:pt x="52616" y="133676"/>
                </a:cubicBezTo>
                <a:lnTo>
                  <a:pt x="53855" y="132861"/>
                </a:lnTo>
                <a:lnTo>
                  <a:pt x="53758" y="132698"/>
                </a:lnTo>
                <a:cubicBezTo>
                  <a:pt x="53268" y="131947"/>
                  <a:pt x="52779" y="131164"/>
                  <a:pt x="52322" y="130382"/>
                </a:cubicBezTo>
                <a:lnTo>
                  <a:pt x="52224" y="130186"/>
                </a:lnTo>
                <a:lnTo>
                  <a:pt x="50920" y="130969"/>
                </a:lnTo>
                <a:cubicBezTo>
                  <a:pt x="50430" y="130121"/>
                  <a:pt x="49941" y="129240"/>
                  <a:pt x="49484" y="128359"/>
                </a:cubicBezTo>
                <a:lnTo>
                  <a:pt x="50854" y="127674"/>
                </a:lnTo>
                <a:lnTo>
                  <a:pt x="50757" y="127478"/>
                </a:lnTo>
                <a:cubicBezTo>
                  <a:pt x="50365" y="126728"/>
                  <a:pt x="50006" y="125945"/>
                  <a:pt x="49647" y="125162"/>
                </a:cubicBezTo>
                <a:lnTo>
                  <a:pt x="50887" y="124282"/>
                </a:lnTo>
                <a:close/>
                <a:moveTo>
                  <a:pt x="100567" y="143364"/>
                </a:moveTo>
                <a:lnTo>
                  <a:pt x="100730" y="145680"/>
                </a:lnTo>
                <a:cubicBezTo>
                  <a:pt x="100404" y="145713"/>
                  <a:pt x="100078" y="145746"/>
                  <a:pt x="99719" y="145746"/>
                </a:cubicBezTo>
                <a:lnTo>
                  <a:pt x="99621" y="143430"/>
                </a:lnTo>
                <a:lnTo>
                  <a:pt x="99654" y="143430"/>
                </a:lnTo>
                <a:cubicBezTo>
                  <a:pt x="99947" y="143397"/>
                  <a:pt x="100273" y="143397"/>
                  <a:pt x="100567" y="143364"/>
                </a:cubicBezTo>
                <a:close/>
                <a:moveTo>
                  <a:pt x="95609" y="143397"/>
                </a:moveTo>
                <a:cubicBezTo>
                  <a:pt x="95935" y="143430"/>
                  <a:pt x="96229" y="143462"/>
                  <a:pt x="96555" y="143462"/>
                </a:cubicBezTo>
                <a:lnTo>
                  <a:pt x="96490" y="145778"/>
                </a:lnTo>
                <a:cubicBezTo>
                  <a:pt x="96163" y="145778"/>
                  <a:pt x="95805" y="145746"/>
                  <a:pt x="95478" y="145746"/>
                </a:cubicBezTo>
                <a:lnTo>
                  <a:pt x="95609" y="143397"/>
                </a:lnTo>
                <a:close/>
                <a:moveTo>
                  <a:pt x="91270" y="142516"/>
                </a:moveTo>
                <a:lnTo>
                  <a:pt x="90781" y="145648"/>
                </a:lnTo>
                <a:lnTo>
                  <a:pt x="90977" y="145680"/>
                </a:lnTo>
                <a:cubicBezTo>
                  <a:pt x="91466" y="145746"/>
                  <a:pt x="91923" y="145811"/>
                  <a:pt x="92412" y="145876"/>
                </a:cubicBezTo>
                <a:lnTo>
                  <a:pt x="92608" y="145909"/>
                </a:lnTo>
                <a:lnTo>
                  <a:pt x="92999" y="142777"/>
                </a:lnTo>
                <a:lnTo>
                  <a:pt x="92804" y="142745"/>
                </a:lnTo>
                <a:cubicBezTo>
                  <a:pt x="92347" y="142679"/>
                  <a:pt x="91923" y="142614"/>
                  <a:pt x="91466" y="142549"/>
                </a:cubicBezTo>
                <a:lnTo>
                  <a:pt x="91270" y="142516"/>
                </a:lnTo>
                <a:close/>
                <a:moveTo>
                  <a:pt x="100730" y="142973"/>
                </a:moveTo>
                <a:cubicBezTo>
                  <a:pt x="100306" y="143005"/>
                  <a:pt x="99849" y="143038"/>
                  <a:pt x="99425" y="143038"/>
                </a:cubicBezTo>
                <a:lnTo>
                  <a:pt x="99197" y="143038"/>
                </a:lnTo>
                <a:lnTo>
                  <a:pt x="99327" y="146170"/>
                </a:lnTo>
                <a:lnTo>
                  <a:pt x="99556" y="146170"/>
                </a:lnTo>
                <a:cubicBezTo>
                  <a:pt x="100013" y="146170"/>
                  <a:pt x="100502" y="146137"/>
                  <a:pt x="100991" y="146104"/>
                </a:cubicBezTo>
                <a:lnTo>
                  <a:pt x="101187" y="146104"/>
                </a:lnTo>
                <a:lnTo>
                  <a:pt x="100926" y="142973"/>
                </a:lnTo>
                <a:close/>
                <a:moveTo>
                  <a:pt x="51083" y="123629"/>
                </a:moveTo>
                <a:lnTo>
                  <a:pt x="49158" y="125032"/>
                </a:lnTo>
                <a:lnTo>
                  <a:pt x="49223" y="125162"/>
                </a:lnTo>
                <a:cubicBezTo>
                  <a:pt x="49550" y="125945"/>
                  <a:pt x="49908" y="126728"/>
                  <a:pt x="50300" y="127478"/>
                </a:cubicBezTo>
                <a:lnTo>
                  <a:pt x="48930" y="128163"/>
                </a:lnTo>
                <a:lnTo>
                  <a:pt x="49028" y="128359"/>
                </a:lnTo>
                <a:cubicBezTo>
                  <a:pt x="49550" y="129370"/>
                  <a:pt x="50104" y="130349"/>
                  <a:pt x="50659" y="131328"/>
                </a:cubicBezTo>
                <a:lnTo>
                  <a:pt x="50757" y="131523"/>
                </a:lnTo>
                <a:lnTo>
                  <a:pt x="52061" y="130740"/>
                </a:lnTo>
                <a:cubicBezTo>
                  <a:pt x="52453" y="131425"/>
                  <a:pt x="52877" y="132110"/>
                  <a:pt x="53301" y="132763"/>
                </a:cubicBezTo>
                <a:lnTo>
                  <a:pt x="52029" y="133578"/>
                </a:lnTo>
                <a:lnTo>
                  <a:pt x="52159" y="133741"/>
                </a:lnTo>
                <a:cubicBezTo>
                  <a:pt x="52779" y="134687"/>
                  <a:pt x="53431" y="135601"/>
                  <a:pt x="54116" y="136514"/>
                </a:cubicBezTo>
                <a:lnTo>
                  <a:pt x="54247" y="136677"/>
                </a:lnTo>
                <a:lnTo>
                  <a:pt x="55421" y="135764"/>
                </a:lnTo>
                <a:cubicBezTo>
                  <a:pt x="55910" y="136384"/>
                  <a:pt x="56400" y="137003"/>
                  <a:pt x="56889" y="137623"/>
                </a:cubicBezTo>
                <a:lnTo>
                  <a:pt x="55747" y="138569"/>
                </a:lnTo>
                <a:lnTo>
                  <a:pt x="55878" y="138732"/>
                </a:lnTo>
                <a:cubicBezTo>
                  <a:pt x="56595" y="139613"/>
                  <a:pt x="57346" y="140461"/>
                  <a:pt x="58129" y="141277"/>
                </a:cubicBezTo>
                <a:lnTo>
                  <a:pt x="58259" y="141440"/>
                </a:lnTo>
                <a:lnTo>
                  <a:pt x="59368" y="140396"/>
                </a:lnTo>
                <a:cubicBezTo>
                  <a:pt x="59662" y="140689"/>
                  <a:pt x="59988" y="141048"/>
                  <a:pt x="60249" y="141309"/>
                </a:cubicBezTo>
                <a:cubicBezTo>
                  <a:pt x="60510" y="141570"/>
                  <a:pt x="60771" y="141799"/>
                  <a:pt x="61032" y="142060"/>
                </a:cubicBezTo>
                <a:lnTo>
                  <a:pt x="59988" y="143136"/>
                </a:lnTo>
                <a:lnTo>
                  <a:pt x="60118" y="143299"/>
                </a:lnTo>
                <a:cubicBezTo>
                  <a:pt x="60934" y="144082"/>
                  <a:pt x="61815" y="144832"/>
                  <a:pt x="62663" y="145550"/>
                </a:cubicBezTo>
                <a:lnTo>
                  <a:pt x="62826" y="145680"/>
                </a:lnTo>
                <a:lnTo>
                  <a:pt x="63804" y="144539"/>
                </a:lnTo>
                <a:cubicBezTo>
                  <a:pt x="64424" y="145093"/>
                  <a:pt x="65109" y="145615"/>
                  <a:pt x="65794" y="146137"/>
                </a:cubicBezTo>
                <a:lnTo>
                  <a:pt x="65892" y="146202"/>
                </a:lnTo>
                <a:lnTo>
                  <a:pt x="68012" y="144897"/>
                </a:lnTo>
                <a:lnTo>
                  <a:pt x="67784" y="144734"/>
                </a:lnTo>
                <a:cubicBezTo>
                  <a:pt x="65696" y="143201"/>
                  <a:pt x="63739" y="141505"/>
                  <a:pt x="61913" y="139678"/>
                </a:cubicBezTo>
                <a:cubicBezTo>
                  <a:pt x="57346" y="135144"/>
                  <a:pt x="53692" y="129762"/>
                  <a:pt x="51181" y="123858"/>
                </a:cubicBezTo>
                <a:lnTo>
                  <a:pt x="51083" y="123629"/>
                </a:lnTo>
                <a:close/>
                <a:moveTo>
                  <a:pt x="95217" y="143005"/>
                </a:moveTo>
                <a:lnTo>
                  <a:pt x="95054" y="146137"/>
                </a:lnTo>
                <a:lnTo>
                  <a:pt x="95250" y="146137"/>
                </a:lnTo>
                <a:cubicBezTo>
                  <a:pt x="95739" y="146170"/>
                  <a:pt x="96196" y="146202"/>
                  <a:pt x="96685" y="146202"/>
                </a:cubicBezTo>
                <a:lnTo>
                  <a:pt x="96881" y="146202"/>
                </a:lnTo>
                <a:lnTo>
                  <a:pt x="96979" y="143038"/>
                </a:lnTo>
                <a:lnTo>
                  <a:pt x="96751" y="143038"/>
                </a:lnTo>
                <a:cubicBezTo>
                  <a:pt x="96326" y="143038"/>
                  <a:pt x="95870" y="143038"/>
                  <a:pt x="95446" y="143005"/>
                </a:cubicBezTo>
                <a:close/>
                <a:moveTo>
                  <a:pt x="37285" y="144669"/>
                </a:moveTo>
                <a:lnTo>
                  <a:pt x="36599" y="145126"/>
                </a:lnTo>
                <a:cubicBezTo>
                  <a:pt x="36893" y="145582"/>
                  <a:pt x="37219" y="146039"/>
                  <a:pt x="37545" y="146496"/>
                </a:cubicBezTo>
                <a:lnTo>
                  <a:pt x="38198" y="146007"/>
                </a:lnTo>
                <a:cubicBezTo>
                  <a:pt x="37872" y="145582"/>
                  <a:pt x="37578" y="145126"/>
                  <a:pt x="37285" y="144669"/>
                </a:cubicBezTo>
                <a:close/>
                <a:moveTo>
                  <a:pt x="123055" y="117265"/>
                </a:moveTo>
                <a:lnTo>
                  <a:pt x="127390" y="119548"/>
                </a:lnTo>
                <a:lnTo>
                  <a:pt x="127390" y="119548"/>
                </a:lnTo>
                <a:cubicBezTo>
                  <a:pt x="127234" y="119829"/>
                  <a:pt x="127079" y="120109"/>
                  <a:pt x="126924" y="120400"/>
                </a:cubicBezTo>
                <a:lnTo>
                  <a:pt x="127642" y="120791"/>
                </a:lnTo>
                <a:cubicBezTo>
                  <a:pt x="127817" y="120519"/>
                  <a:pt x="127980" y="120235"/>
                  <a:pt x="128132" y="119939"/>
                </a:cubicBezTo>
                <a:lnTo>
                  <a:pt x="128132" y="119939"/>
                </a:lnTo>
                <a:lnTo>
                  <a:pt x="132457" y="122216"/>
                </a:lnTo>
                <a:lnTo>
                  <a:pt x="132457" y="122216"/>
                </a:lnTo>
                <a:cubicBezTo>
                  <a:pt x="132318" y="122491"/>
                  <a:pt x="132173" y="122767"/>
                  <a:pt x="132013" y="123042"/>
                </a:cubicBezTo>
                <a:lnTo>
                  <a:pt x="131915" y="123238"/>
                </a:lnTo>
                <a:lnTo>
                  <a:pt x="134655" y="124771"/>
                </a:lnTo>
                <a:lnTo>
                  <a:pt x="134753" y="124608"/>
                </a:lnTo>
                <a:cubicBezTo>
                  <a:pt x="134916" y="124304"/>
                  <a:pt x="135080" y="123984"/>
                  <a:pt x="135243" y="123683"/>
                </a:cubicBezTo>
                <a:lnTo>
                  <a:pt x="135243" y="123683"/>
                </a:lnTo>
                <a:lnTo>
                  <a:pt x="136938" y="124575"/>
                </a:lnTo>
                <a:cubicBezTo>
                  <a:pt x="134883" y="128457"/>
                  <a:pt x="132241" y="132013"/>
                  <a:pt x="129142" y="135111"/>
                </a:cubicBezTo>
                <a:cubicBezTo>
                  <a:pt x="122846" y="141440"/>
                  <a:pt x="114757" y="145713"/>
                  <a:pt x="105949" y="147344"/>
                </a:cubicBezTo>
                <a:lnTo>
                  <a:pt x="103140" y="131903"/>
                </a:lnTo>
                <a:lnTo>
                  <a:pt x="103140" y="131903"/>
                </a:lnTo>
                <a:cubicBezTo>
                  <a:pt x="108747" y="130842"/>
                  <a:pt x="113949" y="128123"/>
                  <a:pt x="118051" y="124021"/>
                </a:cubicBezTo>
                <a:cubicBezTo>
                  <a:pt x="120093" y="121973"/>
                  <a:pt x="121761" y="119693"/>
                  <a:pt x="123055" y="117265"/>
                </a:cubicBezTo>
                <a:close/>
                <a:moveTo>
                  <a:pt x="108298" y="60282"/>
                </a:moveTo>
                <a:lnTo>
                  <a:pt x="104453" y="75918"/>
                </a:lnTo>
                <a:lnTo>
                  <a:pt x="104453" y="75918"/>
                </a:lnTo>
                <a:cubicBezTo>
                  <a:pt x="102266" y="75399"/>
                  <a:pt x="100030" y="75140"/>
                  <a:pt x="97794" y="75140"/>
                </a:cubicBezTo>
                <a:cubicBezTo>
                  <a:pt x="91606" y="75140"/>
                  <a:pt x="85418" y="77127"/>
                  <a:pt x="80275" y="81101"/>
                </a:cubicBezTo>
                <a:lnTo>
                  <a:pt x="80275" y="81101"/>
                </a:lnTo>
                <a:lnTo>
                  <a:pt x="73713" y="72719"/>
                </a:lnTo>
                <a:lnTo>
                  <a:pt x="73713" y="72719"/>
                </a:lnTo>
                <a:cubicBezTo>
                  <a:pt x="73801" y="72649"/>
                  <a:pt x="73891" y="72580"/>
                  <a:pt x="73982" y="72514"/>
                </a:cubicBezTo>
                <a:lnTo>
                  <a:pt x="74145" y="72383"/>
                </a:lnTo>
                <a:lnTo>
                  <a:pt x="72220" y="69872"/>
                </a:lnTo>
                <a:lnTo>
                  <a:pt x="72057" y="70002"/>
                </a:lnTo>
                <a:cubicBezTo>
                  <a:pt x="71963" y="70079"/>
                  <a:pt x="71866" y="70157"/>
                  <a:pt x="71769" y="70234"/>
                </a:cubicBezTo>
                <a:lnTo>
                  <a:pt x="71769" y="70234"/>
                </a:lnTo>
                <a:lnTo>
                  <a:pt x="70361" y="68436"/>
                </a:lnTo>
                <a:lnTo>
                  <a:pt x="70198" y="68567"/>
                </a:lnTo>
                <a:cubicBezTo>
                  <a:pt x="68763" y="69676"/>
                  <a:pt x="67425" y="70850"/>
                  <a:pt x="66153" y="72123"/>
                </a:cubicBezTo>
                <a:cubicBezTo>
                  <a:pt x="57737" y="80506"/>
                  <a:pt x="53007" y="91890"/>
                  <a:pt x="53040" y="103764"/>
                </a:cubicBezTo>
                <a:cubicBezTo>
                  <a:pt x="53007" y="115637"/>
                  <a:pt x="57737" y="127022"/>
                  <a:pt x="66153" y="135405"/>
                </a:cubicBezTo>
                <a:cubicBezTo>
                  <a:pt x="66773" y="136025"/>
                  <a:pt x="67425" y="136645"/>
                  <a:pt x="68110" y="137232"/>
                </a:cubicBezTo>
                <a:lnTo>
                  <a:pt x="68273" y="137395"/>
                </a:lnTo>
                <a:lnTo>
                  <a:pt x="78955" y="125346"/>
                </a:lnTo>
                <a:lnTo>
                  <a:pt x="78955" y="125346"/>
                </a:lnTo>
                <a:cubicBezTo>
                  <a:pt x="84163" y="129893"/>
                  <a:pt x="90842" y="132404"/>
                  <a:pt x="97794" y="132404"/>
                </a:cubicBezTo>
                <a:cubicBezTo>
                  <a:pt x="99467" y="132404"/>
                  <a:pt x="101124" y="132259"/>
                  <a:pt x="102749" y="131975"/>
                </a:cubicBezTo>
                <a:lnTo>
                  <a:pt x="102749" y="131975"/>
                </a:lnTo>
                <a:lnTo>
                  <a:pt x="104648" y="142455"/>
                </a:lnTo>
                <a:lnTo>
                  <a:pt x="104648" y="142455"/>
                </a:lnTo>
                <a:cubicBezTo>
                  <a:pt x="104234" y="142521"/>
                  <a:pt x="103819" y="142615"/>
                  <a:pt x="103372" y="142647"/>
                </a:cubicBezTo>
                <a:lnTo>
                  <a:pt x="103177" y="142679"/>
                </a:lnTo>
                <a:lnTo>
                  <a:pt x="103633" y="145811"/>
                </a:lnTo>
                <a:lnTo>
                  <a:pt x="103829" y="145778"/>
                </a:lnTo>
                <a:cubicBezTo>
                  <a:pt x="104279" y="145714"/>
                  <a:pt x="104760" y="145650"/>
                  <a:pt x="105210" y="145554"/>
                </a:cubicBezTo>
                <a:lnTo>
                  <a:pt x="105210" y="145554"/>
                </a:lnTo>
                <a:lnTo>
                  <a:pt x="105623" y="147833"/>
                </a:lnTo>
                <a:lnTo>
                  <a:pt x="105819" y="147768"/>
                </a:lnTo>
                <a:cubicBezTo>
                  <a:pt x="114789" y="146170"/>
                  <a:pt x="123010" y="141831"/>
                  <a:pt x="129436" y="135405"/>
                </a:cubicBezTo>
                <a:cubicBezTo>
                  <a:pt x="132600" y="132208"/>
                  <a:pt x="135307" y="128555"/>
                  <a:pt x="137395" y="124575"/>
                </a:cubicBezTo>
                <a:lnTo>
                  <a:pt x="137493" y="124412"/>
                </a:lnTo>
                <a:lnTo>
                  <a:pt x="135440" y="123330"/>
                </a:lnTo>
                <a:lnTo>
                  <a:pt x="135440" y="123330"/>
                </a:lnTo>
                <a:lnTo>
                  <a:pt x="135536" y="123140"/>
                </a:lnTo>
                <a:lnTo>
                  <a:pt x="132730" y="121705"/>
                </a:lnTo>
                <a:lnTo>
                  <a:pt x="132640" y="121854"/>
                </a:lnTo>
                <a:lnTo>
                  <a:pt x="132640" y="121854"/>
                </a:lnTo>
                <a:lnTo>
                  <a:pt x="128312" y="119573"/>
                </a:lnTo>
                <a:lnTo>
                  <a:pt x="128312" y="119573"/>
                </a:lnTo>
                <a:cubicBezTo>
                  <a:pt x="128350" y="119490"/>
                  <a:pt x="128388" y="119407"/>
                  <a:pt x="128424" y="119323"/>
                </a:cubicBezTo>
                <a:lnTo>
                  <a:pt x="127707" y="118965"/>
                </a:lnTo>
                <a:cubicBezTo>
                  <a:pt x="127666" y="119040"/>
                  <a:pt x="127626" y="119115"/>
                  <a:pt x="127586" y="119190"/>
                </a:cubicBezTo>
                <a:lnTo>
                  <a:pt x="127586" y="119190"/>
                </a:lnTo>
                <a:lnTo>
                  <a:pt x="123245" y="116902"/>
                </a:lnTo>
                <a:lnTo>
                  <a:pt x="123245" y="116902"/>
                </a:lnTo>
                <a:cubicBezTo>
                  <a:pt x="127207" y="109207"/>
                  <a:pt x="127459" y="100090"/>
                  <a:pt x="124002" y="92214"/>
                </a:cubicBezTo>
                <a:lnTo>
                  <a:pt x="124002" y="92214"/>
                </a:lnTo>
                <a:lnTo>
                  <a:pt x="133694" y="87839"/>
                </a:lnTo>
                <a:lnTo>
                  <a:pt x="133694" y="87839"/>
                </a:lnTo>
                <a:cubicBezTo>
                  <a:pt x="133794" y="88067"/>
                  <a:pt x="133893" y="88294"/>
                  <a:pt x="134002" y="88530"/>
                </a:cubicBezTo>
                <a:lnTo>
                  <a:pt x="134068" y="88726"/>
                </a:lnTo>
                <a:lnTo>
                  <a:pt x="136971" y="87486"/>
                </a:lnTo>
                <a:lnTo>
                  <a:pt x="136873" y="87291"/>
                </a:lnTo>
                <a:cubicBezTo>
                  <a:pt x="136780" y="87048"/>
                  <a:pt x="136675" y="86794"/>
                  <a:pt x="136567" y="86542"/>
                </a:cubicBezTo>
                <a:lnTo>
                  <a:pt x="136567" y="86542"/>
                </a:lnTo>
                <a:lnTo>
                  <a:pt x="138667" y="85595"/>
                </a:lnTo>
                <a:lnTo>
                  <a:pt x="138602" y="85399"/>
                </a:lnTo>
                <a:cubicBezTo>
                  <a:pt x="136384" y="80473"/>
                  <a:pt x="133252" y="75972"/>
                  <a:pt x="129436" y="72155"/>
                </a:cubicBezTo>
                <a:cubicBezTo>
                  <a:pt x="123662" y="66349"/>
                  <a:pt x="116420" y="62271"/>
                  <a:pt x="108494" y="60314"/>
                </a:cubicBezTo>
                <a:lnTo>
                  <a:pt x="108298" y="60282"/>
                </a:lnTo>
                <a:close/>
                <a:moveTo>
                  <a:pt x="156967" y="146561"/>
                </a:moveTo>
                <a:cubicBezTo>
                  <a:pt x="156641" y="146985"/>
                  <a:pt x="156347" y="147442"/>
                  <a:pt x="156021" y="147866"/>
                </a:cubicBezTo>
                <a:lnTo>
                  <a:pt x="156673" y="148355"/>
                </a:lnTo>
                <a:lnTo>
                  <a:pt x="156673" y="148388"/>
                </a:lnTo>
                <a:cubicBezTo>
                  <a:pt x="156999" y="147964"/>
                  <a:pt x="157326" y="147507"/>
                  <a:pt x="157619" y="147050"/>
                </a:cubicBezTo>
                <a:lnTo>
                  <a:pt x="156967" y="146561"/>
                </a:lnTo>
                <a:close/>
                <a:moveTo>
                  <a:pt x="26161" y="145746"/>
                </a:moveTo>
                <a:cubicBezTo>
                  <a:pt x="26309" y="146004"/>
                  <a:pt x="26462" y="146263"/>
                  <a:pt x="26617" y="146522"/>
                </a:cubicBezTo>
                <a:lnTo>
                  <a:pt x="26617" y="146522"/>
                </a:lnTo>
                <a:lnTo>
                  <a:pt x="22020" y="149310"/>
                </a:lnTo>
                <a:lnTo>
                  <a:pt x="22020" y="149310"/>
                </a:lnTo>
                <a:cubicBezTo>
                  <a:pt x="21845" y="149026"/>
                  <a:pt x="21671" y="148739"/>
                  <a:pt x="21496" y="148453"/>
                </a:cubicBezTo>
                <a:lnTo>
                  <a:pt x="26161" y="145746"/>
                </a:lnTo>
                <a:close/>
                <a:moveTo>
                  <a:pt x="39405" y="147670"/>
                </a:moveTo>
                <a:lnTo>
                  <a:pt x="38752" y="148159"/>
                </a:lnTo>
                <a:cubicBezTo>
                  <a:pt x="39079" y="148583"/>
                  <a:pt x="39405" y="149008"/>
                  <a:pt x="39764" y="149432"/>
                </a:cubicBezTo>
                <a:lnTo>
                  <a:pt x="40383" y="148942"/>
                </a:lnTo>
                <a:cubicBezTo>
                  <a:pt x="40057" y="148518"/>
                  <a:pt x="39731" y="148094"/>
                  <a:pt x="39405" y="147670"/>
                </a:cubicBezTo>
                <a:close/>
                <a:moveTo>
                  <a:pt x="26825" y="146866"/>
                </a:moveTo>
                <a:cubicBezTo>
                  <a:pt x="27015" y="147178"/>
                  <a:pt x="27208" y="147489"/>
                  <a:pt x="27401" y="147801"/>
                </a:cubicBezTo>
                <a:lnTo>
                  <a:pt x="22867" y="150671"/>
                </a:lnTo>
                <a:cubicBezTo>
                  <a:pt x="22655" y="150338"/>
                  <a:pt x="22443" y="149998"/>
                  <a:pt x="22231" y="149654"/>
                </a:cubicBezTo>
                <a:lnTo>
                  <a:pt x="22231" y="149654"/>
                </a:lnTo>
                <a:lnTo>
                  <a:pt x="26825" y="146866"/>
                </a:lnTo>
                <a:close/>
                <a:moveTo>
                  <a:pt x="97794" y="56326"/>
                </a:moveTo>
                <a:cubicBezTo>
                  <a:pt x="85652" y="56326"/>
                  <a:pt x="73509" y="60950"/>
                  <a:pt x="64229" y="70198"/>
                </a:cubicBezTo>
                <a:cubicBezTo>
                  <a:pt x="55291" y="79103"/>
                  <a:pt x="50300" y="91173"/>
                  <a:pt x="50332" y="103764"/>
                </a:cubicBezTo>
                <a:cubicBezTo>
                  <a:pt x="50300" y="116355"/>
                  <a:pt x="55291" y="128457"/>
                  <a:pt x="64229" y="137330"/>
                </a:cubicBezTo>
                <a:cubicBezTo>
                  <a:pt x="73134" y="146235"/>
                  <a:pt x="85203" y="151226"/>
                  <a:pt x="97762" y="151258"/>
                </a:cubicBezTo>
                <a:cubicBezTo>
                  <a:pt x="103894" y="151226"/>
                  <a:pt x="109962" y="150051"/>
                  <a:pt x="115637" y="147735"/>
                </a:cubicBezTo>
                <a:lnTo>
                  <a:pt x="115344" y="146985"/>
                </a:lnTo>
                <a:cubicBezTo>
                  <a:pt x="109653" y="149302"/>
                  <a:pt x="103694" y="150427"/>
                  <a:pt x="97787" y="150427"/>
                </a:cubicBezTo>
                <a:cubicBezTo>
                  <a:pt x="85645" y="150427"/>
                  <a:pt x="73725" y="145674"/>
                  <a:pt x="64816" y="136742"/>
                </a:cubicBezTo>
                <a:cubicBezTo>
                  <a:pt x="56041" y="128033"/>
                  <a:pt x="51115" y="116127"/>
                  <a:pt x="51148" y="103764"/>
                </a:cubicBezTo>
                <a:cubicBezTo>
                  <a:pt x="51115" y="91401"/>
                  <a:pt x="56041" y="79527"/>
                  <a:pt x="64816" y="70785"/>
                </a:cubicBezTo>
                <a:cubicBezTo>
                  <a:pt x="73917" y="61684"/>
                  <a:pt x="85847" y="57134"/>
                  <a:pt x="97782" y="57134"/>
                </a:cubicBezTo>
                <a:cubicBezTo>
                  <a:pt x="109717" y="57134"/>
                  <a:pt x="121656" y="61684"/>
                  <a:pt x="130773" y="70785"/>
                </a:cubicBezTo>
                <a:cubicBezTo>
                  <a:pt x="141733" y="81745"/>
                  <a:pt x="146528" y="97436"/>
                  <a:pt x="143593" y="112669"/>
                </a:cubicBezTo>
                <a:lnTo>
                  <a:pt x="144408" y="112799"/>
                </a:lnTo>
                <a:cubicBezTo>
                  <a:pt x="147409" y="97305"/>
                  <a:pt x="142516" y="81354"/>
                  <a:pt x="131360" y="70198"/>
                </a:cubicBezTo>
                <a:cubicBezTo>
                  <a:pt x="122080" y="60950"/>
                  <a:pt x="109937" y="56326"/>
                  <a:pt x="97794" y="56326"/>
                </a:cubicBezTo>
                <a:close/>
                <a:moveTo>
                  <a:pt x="154749" y="149464"/>
                </a:moveTo>
                <a:cubicBezTo>
                  <a:pt x="154422" y="149888"/>
                  <a:pt x="154064" y="150280"/>
                  <a:pt x="153737" y="150704"/>
                </a:cubicBezTo>
                <a:lnTo>
                  <a:pt x="154357" y="151226"/>
                </a:lnTo>
                <a:lnTo>
                  <a:pt x="154357" y="151291"/>
                </a:lnTo>
                <a:cubicBezTo>
                  <a:pt x="154716" y="150834"/>
                  <a:pt x="155075" y="150410"/>
                  <a:pt x="155401" y="149954"/>
                </a:cubicBezTo>
                <a:lnTo>
                  <a:pt x="154749" y="149464"/>
                </a:lnTo>
                <a:close/>
                <a:moveTo>
                  <a:pt x="41688" y="150508"/>
                </a:moveTo>
                <a:lnTo>
                  <a:pt x="41036" y="151030"/>
                </a:lnTo>
                <a:cubicBezTo>
                  <a:pt x="41395" y="151487"/>
                  <a:pt x="41753" y="151878"/>
                  <a:pt x="42112" y="152302"/>
                </a:cubicBezTo>
                <a:lnTo>
                  <a:pt x="42732" y="151748"/>
                </a:lnTo>
                <a:cubicBezTo>
                  <a:pt x="42373" y="151324"/>
                  <a:pt x="42014" y="150932"/>
                  <a:pt x="41688" y="150508"/>
                </a:cubicBezTo>
                <a:close/>
                <a:moveTo>
                  <a:pt x="152400" y="152237"/>
                </a:moveTo>
                <a:cubicBezTo>
                  <a:pt x="152041" y="152628"/>
                  <a:pt x="151682" y="153020"/>
                  <a:pt x="151324" y="153444"/>
                </a:cubicBezTo>
                <a:lnTo>
                  <a:pt x="151911" y="153998"/>
                </a:lnTo>
                <a:lnTo>
                  <a:pt x="151911" y="154031"/>
                </a:lnTo>
                <a:cubicBezTo>
                  <a:pt x="152302" y="153607"/>
                  <a:pt x="152661" y="153216"/>
                  <a:pt x="153020" y="152791"/>
                </a:cubicBezTo>
                <a:lnTo>
                  <a:pt x="152400" y="152237"/>
                </a:lnTo>
                <a:close/>
                <a:moveTo>
                  <a:pt x="17149" y="115214"/>
                </a:moveTo>
                <a:cubicBezTo>
                  <a:pt x="17650" y="118756"/>
                  <a:pt x="18383" y="122267"/>
                  <a:pt x="19344" y="125717"/>
                </a:cubicBezTo>
                <a:lnTo>
                  <a:pt x="19376" y="125913"/>
                </a:lnTo>
                <a:lnTo>
                  <a:pt x="27998" y="123515"/>
                </a:lnTo>
                <a:lnTo>
                  <a:pt x="27998" y="123515"/>
                </a:lnTo>
                <a:cubicBezTo>
                  <a:pt x="29739" y="129671"/>
                  <a:pt x="32286" y="135578"/>
                  <a:pt x="35588" y="141081"/>
                </a:cubicBezTo>
                <a:lnTo>
                  <a:pt x="26966" y="146311"/>
                </a:lnTo>
                <a:lnTo>
                  <a:pt x="26966" y="146311"/>
                </a:lnTo>
                <a:cubicBezTo>
                  <a:pt x="26774" y="145994"/>
                  <a:pt x="26582" y="145674"/>
                  <a:pt x="26389" y="145354"/>
                </a:cubicBezTo>
                <a:lnTo>
                  <a:pt x="26292" y="145191"/>
                </a:lnTo>
                <a:lnTo>
                  <a:pt x="20942" y="148323"/>
                </a:lnTo>
                <a:lnTo>
                  <a:pt x="21040" y="148486"/>
                </a:lnTo>
                <a:cubicBezTo>
                  <a:pt x="21247" y="148835"/>
                  <a:pt x="21453" y="149184"/>
                  <a:pt x="21660" y="149528"/>
                </a:cubicBezTo>
                <a:lnTo>
                  <a:pt x="21660" y="149528"/>
                </a:lnTo>
                <a:lnTo>
                  <a:pt x="13537" y="154455"/>
                </a:lnTo>
                <a:lnTo>
                  <a:pt x="13537" y="154455"/>
                </a:lnTo>
                <a:cubicBezTo>
                  <a:pt x="7405" y="144245"/>
                  <a:pt x="3197" y="133056"/>
                  <a:pt x="1076" y="121346"/>
                </a:cubicBezTo>
                <a:cubicBezTo>
                  <a:pt x="848" y="120106"/>
                  <a:pt x="652" y="118834"/>
                  <a:pt x="457" y="117562"/>
                </a:cubicBezTo>
                <a:lnTo>
                  <a:pt x="9750" y="116255"/>
                </a:lnTo>
                <a:lnTo>
                  <a:pt x="9750" y="116255"/>
                </a:lnTo>
                <a:cubicBezTo>
                  <a:pt x="9802" y="116617"/>
                  <a:pt x="9857" y="116977"/>
                  <a:pt x="9916" y="117334"/>
                </a:cubicBezTo>
                <a:lnTo>
                  <a:pt x="9949" y="117562"/>
                </a:lnTo>
                <a:lnTo>
                  <a:pt x="16082" y="116583"/>
                </a:lnTo>
                <a:lnTo>
                  <a:pt x="16049" y="116388"/>
                </a:lnTo>
                <a:cubicBezTo>
                  <a:pt x="16003" y="116051"/>
                  <a:pt x="15956" y="115719"/>
                  <a:pt x="15910" y="115388"/>
                </a:cubicBezTo>
                <a:lnTo>
                  <a:pt x="15910" y="115388"/>
                </a:lnTo>
                <a:lnTo>
                  <a:pt x="17149" y="115214"/>
                </a:lnTo>
                <a:close/>
                <a:moveTo>
                  <a:pt x="44102" y="153281"/>
                </a:moveTo>
                <a:lnTo>
                  <a:pt x="43482" y="153803"/>
                </a:lnTo>
                <a:cubicBezTo>
                  <a:pt x="43874" y="154194"/>
                  <a:pt x="44233" y="154618"/>
                  <a:pt x="44624" y="155010"/>
                </a:cubicBezTo>
                <a:lnTo>
                  <a:pt x="45211" y="154455"/>
                </a:lnTo>
                <a:cubicBezTo>
                  <a:pt x="44820" y="154064"/>
                  <a:pt x="44461" y="153672"/>
                  <a:pt x="44102" y="153281"/>
                </a:cubicBezTo>
                <a:close/>
                <a:moveTo>
                  <a:pt x="149921" y="154912"/>
                </a:moveTo>
                <a:lnTo>
                  <a:pt x="149432" y="155401"/>
                </a:lnTo>
                <a:lnTo>
                  <a:pt x="148779" y="156053"/>
                </a:lnTo>
                <a:lnTo>
                  <a:pt x="149334" y="156641"/>
                </a:lnTo>
                <a:lnTo>
                  <a:pt x="150019" y="155988"/>
                </a:lnTo>
                <a:lnTo>
                  <a:pt x="150508" y="155499"/>
                </a:lnTo>
                <a:lnTo>
                  <a:pt x="149921" y="154912"/>
                </a:lnTo>
                <a:close/>
                <a:moveTo>
                  <a:pt x="46646" y="155890"/>
                </a:moveTo>
                <a:lnTo>
                  <a:pt x="46059" y="156477"/>
                </a:lnTo>
                <a:cubicBezTo>
                  <a:pt x="46451" y="156869"/>
                  <a:pt x="46842" y="157228"/>
                  <a:pt x="47234" y="157619"/>
                </a:cubicBezTo>
                <a:lnTo>
                  <a:pt x="47788" y="156999"/>
                </a:lnTo>
                <a:cubicBezTo>
                  <a:pt x="47397" y="156641"/>
                  <a:pt x="47005" y="156282"/>
                  <a:pt x="46646" y="155890"/>
                </a:cubicBezTo>
                <a:close/>
                <a:moveTo>
                  <a:pt x="125228" y="56987"/>
                </a:moveTo>
                <a:cubicBezTo>
                  <a:pt x="126076" y="57476"/>
                  <a:pt x="126924" y="57998"/>
                  <a:pt x="127739" y="58553"/>
                </a:cubicBezTo>
                <a:lnTo>
                  <a:pt x="126891" y="59825"/>
                </a:lnTo>
                <a:lnTo>
                  <a:pt x="127087" y="59923"/>
                </a:lnTo>
                <a:cubicBezTo>
                  <a:pt x="127837" y="60412"/>
                  <a:pt x="128588" y="60967"/>
                  <a:pt x="129305" y="61488"/>
                </a:cubicBezTo>
                <a:lnTo>
                  <a:pt x="129468" y="61619"/>
                </a:lnTo>
                <a:lnTo>
                  <a:pt x="130382" y="60412"/>
                </a:lnTo>
                <a:cubicBezTo>
                  <a:pt x="131164" y="60999"/>
                  <a:pt x="131947" y="61619"/>
                  <a:pt x="132698" y="62239"/>
                </a:cubicBezTo>
                <a:lnTo>
                  <a:pt x="131719" y="63413"/>
                </a:lnTo>
                <a:lnTo>
                  <a:pt x="131882" y="63543"/>
                </a:lnTo>
                <a:cubicBezTo>
                  <a:pt x="132567" y="64131"/>
                  <a:pt x="133252" y="64750"/>
                  <a:pt x="133905" y="65370"/>
                </a:cubicBezTo>
                <a:lnTo>
                  <a:pt x="134068" y="65501"/>
                </a:lnTo>
                <a:lnTo>
                  <a:pt x="135079" y="64392"/>
                </a:lnTo>
                <a:cubicBezTo>
                  <a:pt x="135438" y="64718"/>
                  <a:pt x="135764" y="65044"/>
                  <a:pt x="136123" y="65403"/>
                </a:cubicBezTo>
                <a:cubicBezTo>
                  <a:pt x="136482" y="65762"/>
                  <a:pt x="136840" y="66120"/>
                  <a:pt x="137199" y="66512"/>
                </a:cubicBezTo>
                <a:lnTo>
                  <a:pt x="136090" y="67523"/>
                </a:lnTo>
                <a:lnTo>
                  <a:pt x="136221" y="67686"/>
                </a:lnTo>
                <a:cubicBezTo>
                  <a:pt x="136840" y="68339"/>
                  <a:pt x="137460" y="69024"/>
                  <a:pt x="138047" y="69709"/>
                </a:cubicBezTo>
                <a:lnTo>
                  <a:pt x="138178" y="69872"/>
                </a:lnTo>
                <a:lnTo>
                  <a:pt x="139319" y="68893"/>
                </a:lnTo>
                <a:cubicBezTo>
                  <a:pt x="139972" y="69643"/>
                  <a:pt x="140592" y="70426"/>
                  <a:pt x="141179" y="71209"/>
                </a:cubicBezTo>
                <a:lnTo>
                  <a:pt x="139972" y="72123"/>
                </a:lnTo>
                <a:lnTo>
                  <a:pt x="140070" y="72286"/>
                </a:lnTo>
                <a:cubicBezTo>
                  <a:pt x="140624" y="73036"/>
                  <a:pt x="141146" y="73786"/>
                  <a:pt x="141668" y="74536"/>
                </a:cubicBezTo>
                <a:lnTo>
                  <a:pt x="141766" y="74699"/>
                </a:lnTo>
                <a:lnTo>
                  <a:pt x="143005" y="73884"/>
                </a:lnTo>
                <a:cubicBezTo>
                  <a:pt x="143560" y="74699"/>
                  <a:pt x="144082" y="75548"/>
                  <a:pt x="144604" y="76396"/>
                </a:cubicBezTo>
                <a:lnTo>
                  <a:pt x="143299" y="77146"/>
                </a:lnTo>
                <a:lnTo>
                  <a:pt x="143397" y="77342"/>
                </a:lnTo>
                <a:cubicBezTo>
                  <a:pt x="143854" y="78092"/>
                  <a:pt x="144278" y="78907"/>
                  <a:pt x="144702" y="79723"/>
                </a:cubicBezTo>
                <a:lnTo>
                  <a:pt x="144800" y="79919"/>
                </a:lnTo>
                <a:lnTo>
                  <a:pt x="146137" y="79234"/>
                </a:lnTo>
                <a:cubicBezTo>
                  <a:pt x="146594" y="80114"/>
                  <a:pt x="146985" y="80995"/>
                  <a:pt x="147409" y="81908"/>
                </a:cubicBezTo>
                <a:lnTo>
                  <a:pt x="146007" y="82528"/>
                </a:lnTo>
                <a:lnTo>
                  <a:pt x="146104" y="82691"/>
                </a:lnTo>
                <a:cubicBezTo>
                  <a:pt x="146463" y="83507"/>
                  <a:pt x="146789" y="84388"/>
                  <a:pt x="147116" y="85236"/>
                </a:cubicBezTo>
                <a:lnTo>
                  <a:pt x="147181" y="85431"/>
                </a:lnTo>
                <a:lnTo>
                  <a:pt x="148616" y="84910"/>
                </a:lnTo>
                <a:cubicBezTo>
                  <a:pt x="148975" y="85823"/>
                  <a:pt x="149269" y="86769"/>
                  <a:pt x="149562" y="87715"/>
                </a:cubicBezTo>
                <a:lnTo>
                  <a:pt x="148127" y="88171"/>
                </a:lnTo>
                <a:lnTo>
                  <a:pt x="148159" y="88367"/>
                </a:lnTo>
                <a:cubicBezTo>
                  <a:pt x="148453" y="89248"/>
                  <a:pt x="148681" y="90129"/>
                  <a:pt x="148910" y="91009"/>
                </a:cubicBezTo>
                <a:lnTo>
                  <a:pt x="148942" y="91205"/>
                </a:lnTo>
                <a:lnTo>
                  <a:pt x="150443" y="90846"/>
                </a:lnTo>
                <a:cubicBezTo>
                  <a:pt x="150639" y="91792"/>
                  <a:pt x="150867" y="92771"/>
                  <a:pt x="151063" y="93749"/>
                </a:cubicBezTo>
                <a:lnTo>
                  <a:pt x="149562" y="94010"/>
                </a:lnTo>
                <a:lnTo>
                  <a:pt x="149595" y="94206"/>
                </a:lnTo>
                <a:cubicBezTo>
                  <a:pt x="149758" y="95120"/>
                  <a:pt x="149888" y="96000"/>
                  <a:pt x="149986" y="96914"/>
                </a:cubicBezTo>
                <a:lnTo>
                  <a:pt x="150019" y="97109"/>
                </a:lnTo>
                <a:lnTo>
                  <a:pt x="151552" y="96914"/>
                </a:lnTo>
                <a:cubicBezTo>
                  <a:pt x="151682" y="97892"/>
                  <a:pt x="151780" y="98903"/>
                  <a:pt x="151845" y="99882"/>
                </a:cubicBezTo>
                <a:lnTo>
                  <a:pt x="150312" y="99980"/>
                </a:lnTo>
                <a:lnTo>
                  <a:pt x="150312" y="100176"/>
                </a:lnTo>
                <a:cubicBezTo>
                  <a:pt x="150378" y="101056"/>
                  <a:pt x="150410" y="102002"/>
                  <a:pt x="150410" y="102916"/>
                </a:cubicBezTo>
                <a:lnTo>
                  <a:pt x="150410" y="103111"/>
                </a:lnTo>
                <a:lnTo>
                  <a:pt x="151943" y="103079"/>
                </a:lnTo>
                <a:lnTo>
                  <a:pt x="151943" y="103079"/>
                </a:lnTo>
                <a:cubicBezTo>
                  <a:pt x="151976" y="104090"/>
                  <a:pt x="151943" y="105069"/>
                  <a:pt x="151911" y="106047"/>
                </a:cubicBezTo>
                <a:lnTo>
                  <a:pt x="150378" y="105982"/>
                </a:lnTo>
                <a:lnTo>
                  <a:pt x="150378" y="106210"/>
                </a:lnTo>
                <a:cubicBezTo>
                  <a:pt x="150345" y="107091"/>
                  <a:pt x="150280" y="108004"/>
                  <a:pt x="150182" y="108918"/>
                </a:cubicBezTo>
                <a:lnTo>
                  <a:pt x="150182" y="109113"/>
                </a:lnTo>
                <a:lnTo>
                  <a:pt x="151715" y="109277"/>
                </a:lnTo>
                <a:cubicBezTo>
                  <a:pt x="151617" y="110255"/>
                  <a:pt x="151487" y="111234"/>
                  <a:pt x="151324" y="112212"/>
                </a:cubicBezTo>
                <a:lnTo>
                  <a:pt x="149823" y="111984"/>
                </a:lnTo>
                <a:lnTo>
                  <a:pt x="149790" y="112180"/>
                </a:lnTo>
                <a:cubicBezTo>
                  <a:pt x="149627" y="113093"/>
                  <a:pt x="149464" y="113974"/>
                  <a:pt x="149269" y="114855"/>
                </a:cubicBezTo>
                <a:lnTo>
                  <a:pt x="149236" y="115050"/>
                </a:lnTo>
                <a:lnTo>
                  <a:pt x="150736" y="115376"/>
                </a:lnTo>
                <a:cubicBezTo>
                  <a:pt x="150508" y="116355"/>
                  <a:pt x="150280" y="117301"/>
                  <a:pt x="150019" y="118247"/>
                </a:cubicBezTo>
                <a:lnTo>
                  <a:pt x="148551" y="117856"/>
                </a:lnTo>
                <a:lnTo>
                  <a:pt x="148486" y="118051"/>
                </a:lnTo>
                <a:cubicBezTo>
                  <a:pt x="148225" y="118932"/>
                  <a:pt x="147964" y="119813"/>
                  <a:pt x="147670" y="120661"/>
                </a:cubicBezTo>
                <a:lnTo>
                  <a:pt x="147605" y="120857"/>
                </a:lnTo>
                <a:lnTo>
                  <a:pt x="149040" y="121346"/>
                </a:lnTo>
                <a:cubicBezTo>
                  <a:pt x="148747" y="122259"/>
                  <a:pt x="148388" y="123205"/>
                  <a:pt x="148029" y="124119"/>
                </a:cubicBezTo>
                <a:lnTo>
                  <a:pt x="146626" y="123531"/>
                </a:lnTo>
                <a:lnTo>
                  <a:pt x="146528" y="123727"/>
                </a:lnTo>
                <a:cubicBezTo>
                  <a:pt x="146202" y="124543"/>
                  <a:pt x="145843" y="125423"/>
                  <a:pt x="145452" y="126239"/>
                </a:cubicBezTo>
                <a:lnTo>
                  <a:pt x="145354" y="126402"/>
                </a:lnTo>
                <a:lnTo>
                  <a:pt x="146724" y="127054"/>
                </a:lnTo>
                <a:cubicBezTo>
                  <a:pt x="146300" y="127935"/>
                  <a:pt x="145843" y="128848"/>
                  <a:pt x="145387" y="129697"/>
                </a:cubicBezTo>
                <a:lnTo>
                  <a:pt x="144049" y="128979"/>
                </a:lnTo>
                <a:lnTo>
                  <a:pt x="143951" y="129142"/>
                </a:lnTo>
                <a:cubicBezTo>
                  <a:pt x="143495" y="129958"/>
                  <a:pt x="143038" y="130740"/>
                  <a:pt x="142581" y="131523"/>
                </a:cubicBezTo>
                <a:lnTo>
                  <a:pt x="142484" y="131686"/>
                </a:lnTo>
                <a:lnTo>
                  <a:pt x="143756" y="132469"/>
                </a:lnTo>
                <a:cubicBezTo>
                  <a:pt x="143234" y="133317"/>
                  <a:pt x="142679" y="134133"/>
                  <a:pt x="142125" y="134948"/>
                </a:cubicBezTo>
                <a:lnTo>
                  <a:pt x="140885" y="134068"/>
                </a:lnTo>
                <a:lnTo>
                  <a:pt x="140787" y="134263"/>
                </a:lnTo>
                <a:cubicBezTo>
                  <a:pt x="140265" y="134981"/>
                  <a:pt x="139711" y="135731"/>
                  <a:pt x="139156" y="136449"/>
                </a:cubicBezTo>
                <a:lnTo>
                  <a:pt x="139026" y="136612"/>
                </a:lnTo>
                <a:lnTo>
                  <a:pt x="140200" y="137525"/>
                </a:lnTo>
                <a:cubicBezTo>
                  <a:pt x="139580" y="138308"/>
                  <a:pt x="138928" y="139058"/>
                  <a:pt x="138276" y="139809"/>
                </a:cubicBezTo>
                <a:lnTo>
                  <a:pt x="137167" y="138798"/>
                </a:lnTo>
                <a:lnTo>
                  <a:pt x="137036" y="138961"/>
                </a:lnTo>
                <a:cubicBezTo>
                  <a:pt x="136416" y="139613"/>
                  <a:pt x="135796" y="140298"/>
                  <a:pt x="135144" y="140950"/>
                </a:cubicBezTo>
                <a:lnTo>
                  <a:pt x="135014" y="141081"/>
                </a:lnTo>
                <a:lnTo>
                  <a:pt x="136090" y="142157"/>
                </a:lnTo>
                <a:cubicBezTo>
                  <a:pt x="135340" y="142908"/>
                  <a:pt x="134590" y="143625"/>
                  <a:pt x="133839" y="144278"/>
                </a:cubicBezTo>
                <a:lnTo>
                  <a:pt x="132828" y="143169"/>
                </a:lnTo>
                <a:lnTo>
                  <a:pt x="132665" y="143299"/>
                </a:lnTo>
                <a:cubicBezTo>
                  <a:pt x="131980" y="143919"/>
                  <a:pt x="131295" y="144506"/>
                  <a:pt x="130577" y="145061"/>
                </a:cubicBezTo>
                <a:lnTo>
                  <a:pt x="130414" y="145191"/>
                </a:lnTo>
                <a:lnTo>
                  <a:pt x="131360" y="146365"/>
                </a:lnTo>
                <a:cubicBezTo>
                  <a:pt x="130577" y="146985"/>
                  <a:pt x="129794" y="147572"/>
                  <a:pt x="128979" y="148127"/>
                </a:cubicBezTo>
                <a:lnTo>
                  <a:pt x="128131" y="146920"/>
                </a:lnTo>
                <a:lnTo>
                  <a:pt x="127968" y="147050"/>
                </a:lnTo>
                <a:cubicBezTo>
                  <a:pt x="127217" y="147572"/>
                  <a:pt x="126435" y="148062"/>
                  <a:pt x="125684" y="148551"/>
                </a:cubicBezTo>
                <a:lnTo>
                  <a:pt x="125489" y="148649"/>
                </a:lnTo>
                <a:lnTo>
                  <a:pt x="126304" y="149921"/>
                </a:lnTo>
                <a:cubicBezTo>
                  <a:pt x="125456" y="150443"/>
                  <a:pt x="124608" y="150965"/>
                  <a:pt x="123727" y="151421"/>
                </a:cubicBezTo>
                <a:lnTo>
                  <a:pt x="123010" y="150084"/>
                </a:lnTo>
                <a:lnTo>
                  <a:pt x="122846" y="150182"/>
                </a:lnTo>
                <a:cubicBezTo>
                  <a:pt x="122031" y="150606"/>
                  <a:pt x="121215" y="151030"/>
                  <a:pt x="120400" y="151421"/>
                </a:cubicBezTo>
                <a:lnTo>
                  <a:pt x="120204" y="151487"/>
                </a:lnTo>
                <a:lnTo>
                  <a:pt x="120857" y="152857"/>
                </a:lnTo>
                <a:cubicBezTo>
                  <a:pt x="119976" y="153281"/>
                  <a:pt x="119063" y="153705"/>
                  <a:pt x="118149" y="154064"/>
                </a:cubicBezTo>
                <a:lnTo>
                  <a:pt x="117562" y="152661"/>
                </a:lnTo>
                <a:lnTo>
                  <a:pt x="117399" y="152726"/>
                </a:lnTo>
                <a:cubicBezTo>
                  <a:pt x="116551" y="153052"/>
                  <a:pt x="115670" y="153379"/>
                  <a:pt x="114822" y="153672"/>
                </a:cubicBezTo>
                <a:lnTo>
                  <a:pt x="114626" y="153737"/>
                </a:lnTo>
                <a:lnTo>
                  <a:pt x="115116" y="155173"/>
                </a:lnTo>
                <a:cubicBezTo>
                  <a:pt x="114170" y="155499"/>
                  <a:pt x="113224" y="155792"/>
                  <a:pt x="112245" y="156053"/>
                </a:cubicBezTo>
                <a:lnTo>
                  <a:pt x="111854" y="154586"/>
                </a:lnTo>
                <a:lnTo>
                  <a:pt x="111658" y="154618"/>
                </a:lnTo>
                <a:cubicBezTo>
                  <a:pt x="110777" y="154879"/>
                  <a:pt x="109896" y="155075"/>
                  <a:pt x="108983" y="155271"/>
                </a:cubicBezTo>
                <a:lnTo>
                  <a:pt x="108787" y="155336"/>
                </a:lnTo>
                <a:lnTo>
                  <a:pt x="109113" y="156804"/>
                </a:lnTo>
                <a:cubicBezTo>
                  <a:pt x="108135" y="156999"/>
                  <a:pt x="107156" y="157195"/>
                  <a:pt x="106178" y="157358"/>
                </a:cubicBezTo>
                <a:lnTo>
                  <a:pt x="105949" y="155825"/>
                </a:lnTo>
                <a:lnTo>
                  <a:pt x="105754" y="155858"/>
                </a:lnTo>
                <a:cubicBezTo>
                  <a:pt x="104840" y="156021"/>
                  <a:pt x="103927" y="156119"/>
                  <a:pt x="103046" y="156217"/>
                </a:cubicBezTo>
                <a:lnTo>
                  <a:pt x="102850" y="156217"/>
                </a:lnTo>
                <a:lnTo>
                  <a:pt x="102981" y="157717"/>
                </a:lnTo>
                <a:cubicBezTo>
                  <a:pt x="102002" y="157815"/>
                  <a:pt x="101024" y="157880"/>
                  <a:pt x="100045" y="157945"/>
                </a:cubicBezTo>
                <a:lnTo>
                  <a:pt x="99980" y="156412"/>
                </a:lnTo>
                <a:lnTo>
                  <a:pt x="99784" y="156412"/>
                </a:lnTo>
                <a:cubicBezTo>
                  <a:pt x="98871" y="156445"/>
                  <a:pt x="97957" y="156445"/>
                  <a:pt x="97044" y="156445"/>
                </a:cubicBezTo>
                <a:lnTo>
                  <a:pt x="96816" y="156445"/>
                </a:lnTo>
                <a:lnTo>
                  <a:pt x="96816" y="157978"/>
                </a:lnTo>
                <a:cubicBezTo>
                  <a:pt x="95837" y="157945"/>
                  <a:pt x="94826" y="157913"/>
                  <a:pt x="93847" y="157815"/>
                </a:cubicBezTo>
                <a:lnTo>
                  <a:pt x="93978" y="156282"/>
                </a:lnTo>
                <a:lnTo>
                  <a:pt x="93749" y="156282"/>
                </a:lnTo>
                <a:cubicBezTo>
                  <a:pt x="92869" y="156217"/>
                  <a:pt x="91955" y="156119"/>
                  <a:pt x="91042" y="156021"/>
                </a:cubicBezTo>
                <a:lnTo>
                  <a:pt x="90846" y="155988"/>
                </a:lnTo>
                <a:lnTo>
                  <a:pt x="90651" y="157489"/>
                </a:lnTo>
                <a:cubicBezTo>
                  <a:pt x="89672" y="157358"/>
                  <a:pt x="88693" y="157228"/>
                  <a:pt x="87715" y="157032"/>
                </a:cubicBezTo>
                <a:lnTo>
                  <a:pt x="88008" y="155532"/>
                </a:lnTo>
                <a:lnTo>
                  <a:pt x="87813" y="155499"/>
                </a:lnTo>
                <a:cubicBezTo>
                  <a:pt x="86899" y="155336"/>
                  <a:pt x="86019" y="155140"/>
                  <a:pt x="85138" y="154912"/>
                </a:cubicBezTo>
                <a:lnTo>
                  <a:pt x="84942" y="154879"/>
                </a:lnTo>
                <a:lnTo>
                  <a:pt x="84551" y="156347"/>
                </a:lnTo>
                <a:cubicBezTo>
                  <a:pt x="83605" y="156086"/>
                  <a:pt x="82659" y="155825"/>
                  <a:pt x="81713" y="155532"/>
                </a:cubicBezTo>
                <a:lnTo>
                  <a:pt x="82169" y="154064"/>
                </a:lnTo>
                <a:lnTo>
                  <a:pt x="81974" y="154031"/>
                </a:lnTo>
                <a:cubicBezTo>
                  <a:pt x="81093" y="153770"/>
                  <a:pt x="80277" y="153476"/>
                  <a:pt x="79462" y="153183"/>
                </a:cubicBezTo>
                <a:lnTo>
                  <a:pt x="78744" y="151291"/>
                </a:lnTo>
                <a:lnTo>
                  <a:pt x="78744" y="151291"/>
                </a:lnTo>
                <a:cubicBezTo>
                  <a:pt x="84923" y="153771"/>
                  <a:pt x="91392" y="154977"/>
                  <a:pt x="97807" y="154977"/>
                </a:cubicBezTo>
                <a:cubicBezTo>
                  <a:pt x="111136" y="154977"/>
                  <a:pt x="124236" y="149771"/>
                  <a:pt x="134035" y="139972"/>
                </a:cubicBezTo>
                <a:cubicBezTo>
                  <a:pt x="143658" y="130382"/>
                  <a:pt x="149040" y="117334"/>
                  <a:pt x="149008" y="103764"/>
                </a:cubicBezTo>
                <a:cubicBezTo>
                  <a:pt x="149040" y="90161"/>
                  <a:pt x="143658" y="77113"/>
                  <a:pt x="134035" y="67556"/>
                </a:cubicBezTo>
                <a:cubicBezTo>
                  <a:pt x="130936" y="64489"/>
                  <a:pt x="127511" y="61815"/>
                  <a:pt x="123760" y="59596"/>
                </a:cubicBezTo>
                <a:lnTo>
                  <a:pt x="124575" y="58129"/>
                </a:lnTo>
                <a:lnTo>
                  <a:pt x="125228" y="56987"/>
                </a:lnTo>
                <a:close/>
                <a:moveTo>
                  <a:pt x="30826" y="152791"/>
                </a:moveTo>
                <a:cubicBezTo>
                  <a:pt x="31282" y="153444"/>
                  <a:pt x="31772" y="154096"/>
                  <a:pt x="32261" y="154749"/>
                </a:cubicBezTo>
                <a:lnTo>
                  <a:pt x="28053" y="158043"/>
                </a:lnTo>
                <a:cubicBezTo>
                  <a:pt x="27531" y="157391"/>
                  <a:pt x="26977" y="156706"/>
                  <a:pt x="26487" y="155988"/>
                </a:cubicBezTo>
                <a:lnTo>
                  <a:pt x="30826" y="152791"/>
                </a:lnTo>
                <a:close/>
                <a:moveTo>
                  <a:pt x="125097" y="56465"/>
                </a:moveTo>
                <a:lnTo>
                  <a:pt x="124216" y="57966"/>
                </a:lnTo>
                <a:lnTo>
                  <a:pt x="123205" y="59792"/>
                </a:lnTo>
                <a:lnTo>
                  <a:pt x="123368" y="59890"/>
                </a:lnTo>
                <a:cubicBezTo>
                  <a:pt x="127152" y="62108"/>
                  <a:pt x="130643" y="64783"/>
                  <a:pt x="133709" y="67882"/>
                </a:cubicBezTo>
                <a:cubicBezTo>
                  <a:pt x="153542" y="87715"/>
                  <a:pt x="153542" y="119845"/>
                  <a:pt x="133709" y="139711"/>
                </a:cubicBezTo>
                <a:cubicBezTo>
                  <a:pt x="124005" y="149436"/>
                  <a:pt x="111008" y="154608"/>
                  <a:pt x="97786" y="154608"/>
                </a:cubicBezTo>
                <a:cubicBezTo>
                  <a:pt x="91273" y="154608"/>
                  <a:pt x="84706" y="153353"/>
                  <a:pt x="78451" y="150769"/>
                </a:cubicBezTo>
                <a:lnTo>
                  <a:pt x="78027" y="150573"/>
                </a:lnTo>
                <a:lnTo>
                  <a:pt x="78027" y="150573"/>
                </a:lnTo>
                <a:lnTo>
                  <a:pt x="79168" y="153542"/>
                </a:lnTo>
                <a:lnTo>
                  <a:pt x="79266" y="153574"/>
                </a:lnTo>
                <a:cubicBezTo>
                  <a:pt x="80049" y="153835"/>
                  <a:pt x="80865" y="154129"/>
                  <a:pt x="81680" y="154390"/>
                </a:cubicBezTo>
                <a:lnTo>
                  <a:pt x="81223" y="155825"/>
                </a:lnTo>
                <a:lnTo>
                  <a:pt x="81419" y="155890"/>
                </a:lnTo>
                <a:cubicBezTo>
                  <a:pt x="82463" y="156217"/>
                  <a:pt x="83572" y="156543"/>
                  <a:pt x="84681" y="156804"/>
                </a:cubicBezTo>
                <a:lnTo>
                  <a:pt x="84877" y="156869"/>
                </a:lnTo>
                <a:lnTo>
                  <a:pt x="85236" y="155368"/>
                </a:lnTo>
                <a:cubicBezTo>
                  <a:pt x="85986" y="155564"/>
                  <a:pt x="86769" y="155727"/>
                  <a:pt x="87519" y="155890"/>
                </a:cubicBezTo>
                <a:lnTo>
                  <a:pt x="87226" y="157358"/>
                </a:lnTo>
                <a:lnTo>
                  <a:pt x="87421" y="157423"/>
                </a:lnTo>
                <a:cubicBezTo>
                  <a:pt x="88530" y="157619"/>
                  <a:pt x="89672" y="157815"/>
                  <a:pt x="90781" y="157945"/>
                </a:cubicBezTo>
                <a:lnTo>
                  <a:pt x="90977" y="157978"/>
                </a:lnTo>
                <a:lnTo>
                  <a:pt x="91205" y="156445"/>
                </a:lnTo>
                <a:cubicBezTo>
                  <a:pt x="91955" y="156543"/>
                  <a:pt x="92738" y="156641"/>
                  <a:pt x="93521" y="156706"/>
                </a:cubicBezTo>
                <a:lnTo>
                  <a:pt x="93423" y="158239"/>
                </a:lnTo>
                <a:lnTo>
                  <a:pt x="93619" y="158239"/>
                </a:lnTo>
                <a:cubicBezTo>
                  <a:pt x="94728" y="158304"/>
                  <a:pt x="95870" y="158369"/>
                  <a:pt x="97011" y="158369"/>
                </a:cubicBezTo>
                <a:lnTo>
                  <a:pt x="97207" y="158369"/>
                </a:lnTo>
                <a:lnTo>
                  <a:pt x="97240" y="156902"/>
                </a:lnTo>
                <a:cubicBezTo>
                  <a:pt x="98023" y="156902"/>
                  <a:pt x="98806" y="156902"/>
                  <a:pt x="99588" y="156869"/>
                </a:cubicBezTo>
                <a:lnTo>
                  <a:pt x="99654" y="158402"/>
                </a:lnTo>
                <a:lnTo>
                  <a:pt x="99849" y="158402"/>
                </a:lnTo>
                <a:cubicBezTo>
                  <a:pt x="100958" y="158369"/>
                  <a:pt x="102100" y="158304"/>
                  <a:pt x="103242" y="158174"/>
                </a:cubicBezTo>
                <a:lnTo>
                  <a:pt x="103438" y="158141"/>
                </a:lnTo>
                <a:lnTo>
                  <a:pt x="103307" y="156641"/>
                </a:lnTo>
                <a:cubicBezTo>
                  <a:pt x="104057" y="156543"/>
                  <a:pt x="104840" y="156445"/>
                  <a:pt x="105623" y="156347"/>
                </a:cubicBezTo>
                <a:lnTo>
                  <a:pt x="105851" y="157848"/>
                </a:lnTo>
                <a:lnTo>
                  <a:pt x="106047" y="157815"/>
                </a:lnTo>
                <a:cubicBezTo>
                  <a:pt x="107156" y="157652"/>
                  <a:pt x="108298" y="157456"/>
                  <a:pt x="109407" y="157195"/>
                </a:cubicBezTo>
                <a:lnTo>
                  <a:pt x="109603" y="157163"/>
                </a:lnTo>
                <a:lnTo>
                  <a:pt x="109277" y="155662"/>
                </a:lnTo>
                <a:cubicBezTo>
                  <a:pt x="110059" y="155499"/>
                  <a:pt x="110810" y="155303"/>
                  <a:pt x="111560" y="155107"/>
                </a:cubicBezTo>
                <a:lnTo>
                  <a:pt x="111984" y="156575"/>
                </a:lnTo>
                <a:lnTo>
                  <a:pt x="112180" y="156543"/>
                </a:lnTo>
                <a:cubicBezTo>
                  <a:pt x="113256" y="156249"/>
                  <a:pt x="114365" y="155890"/>
                  <a:pt x="115442" y="155532"/>
                </a:cubicBezTo>
                <a:lnTo>
                  <a:pt x="115637" y="155466"/>
                </a:lnTo>
                <a:lnTo>
                  <a:pt x="115148" y="154031"/>
                </a:lnTo>
                <a:cubicBezTo>
                  <a:pt x="115866" y="153770"/>
                  <a:pt x="116616" y="153509"/>
                  <a:pt x="117334" y="153216"/>
                </a:cubicBezTo>
                <a:lnTo>
                  <a:pt x="117921" y="154618"/>
                </a:lnTo>
                <a:lnTo>
                  <a:pt x="118084" y="154553"/>
                </a:lnTo>
                <a:cubicBezTo>
                  <a:pt x="119160" y="154129"/>
                  <a:pt x="120204" y="153672"/>
                  <a:pt x="121215" y="153183"/>
                </a:cubicBezTo>
                <a:lnTo>
                  <a:pt x="121411" y="153085"/>
                </a:lnTo>
                <a:lnTo>
                  <a:pt x="120759" y="151715"/>
                </a:lnTo>
                <a:cubicBezTo>
                  <a:pt x="121444" y="151389"/>
                  <a:pt x="122161" y="151030"/>
                  <a:pt x="122846" y="150671"/>
                </a:cubicBezTo>
                <a:lnTo>
                  <a:pt x="123564" y="152009"/>
                </a:lnTo>
                <a:lnTo>
                  <a:pt x="123760" y="151911"/>
                </a:lnTo>
                <a:cubicBezTo>
                  <a:pt x="124738" y="151356"/>
                  <a:pt x="125717" y="150802"/>
                  <a:pt x="126696" y="150182"/>
                </a:cubicBezTo>
                <a:lnTo>
                  <a:pt x="126859" y="150084"/>
                </a:lnTo>
                <a:lnTo>
                  <a:pt x="126043" y="148812"/>
                </a:lnTo>
                <a:cubicBezTo>
                  <a:pt x="126696" y="148388"/>
                  <a:pt x="127381" y="147964"/>
                  <a:pt x="128000" y="147507"/>
                </a:cubicBezTo>
                <a:lnTo>
                  <a:pt x="128881" y="148747"/>
                </a:lnTo>
                <a:lnTo>
                  <a:pt x="129044" y="148616"/>
                </a:lnTo>
                <a:cubicBezTo>
                  <a:pt x="129958" y="147964"/>
                  <a:pt x="130871" y="147279"/>
                  <a:pt x="131752" y="146594"/>
                </a:cubicBezTo>
                <a:lnTo>
                  <a:pt x="131915" y="146463"/>
                </a:lnTo>
                <a:lnTo>
                  <a:pt x="131001" y="145289"/>
                </a:lnTo>
                <a:cubicBezTo>
                  <a:pt x="131589" y="144800"/>
                  <a:pt x="132208" y="144278"/>
                  <a:pt x="132795" y="143756"/>
                </a:cubicBezTo>
                <a:lnTo>
                  <a:pt x="133774" y="144897"/>
                </a:lnTo>
                <a:lnTo>
                  <a:pt x="133937" y="144767"/>
                </a:lnTo>
                <a:cubicBezTo>
                  <a:pt x="134785" y="144017"/>
                  <a:pt x="135601" y="143234"/>
                  <a:pt x="136416" y="142418"/>
                </a:cubicBezTo>
                <a:lnTo>
                  <a:pt x="136645" y="142190"/>
                </a:lnTo>
                <a:lnTo>
                  <a:pt x="135568" y="141146"/>
                </a:lnTo>
                <a:cubicBezTo>
                  <a:pt x="136155" y="140592"/>
                  <a:pt x="136677" y="140004"/>
                  <a:pt x="137199" y="139417"/>
                </a:cubicBezTo>
                <a:lnTo>
                  <a:pt x="138341" y="140429"/>
                </a:lnTo>
                <a:lnTo>
                  <a:pt x="138471" y="140265"/>
                </a:lnTo>
                <a:cubicBezTo>
                  <a:pt x="139222" y="139450"/>
                  <a:pt x="139972" y="138569"/>
                  <a:pt x="140657" y="137688"/>
                </a:cubicBezTo>
                <a:lnTo>
                  <a:pt x="140787" y="137525"/>
                </a:lnTo>
                <a:lnTo>
                  <a:pt x="139613" y="136579"/>
                </a:lnTo>
                <a:cubicBezTo>
                  <a:pt x="140102" y="135960"/>
                  <a:pt x="140559" y="135340"/>
                  <a:pt x="141016" y="134720"/>
                </a:cubicBezTo>
                <a:lnTo>
                  <a:pt x="142255" y="135568"/>
                </a:lnTo>
                <a:lnTo>
                  <a:pt x="142353" y="135405"/>
                </a:lnTo>
                <a:cubicBezTo>
                  <a:pt x="143005" y="134492"/>
                  <a:pt x="143658" y="133546"/>
                  <a:pt x="144245" y="132567"/>
                </a:cubicBezTo>
                <a:lnTo>
                  <a:pt x="144343" y="132404"/>
                </a:lnTo>
                <a:lnTo>
                  <a:pt x="143071" y="131621"/>
                </a:lnTo>
                <a:cubicBezTo>
                  <a:pt x="143462" y="130936"/>
                  <a:pt x="143886" y="130251"/>
                  <a:pt x="144245" y="129566"/>
                </a:cubicBezTo>
                <a:lnTo>
                  <a:pt x="145582" y="130316"/>
                </a:lnTo>
                <a:lnTo>
                  <a:pt x="145680" y="130121"/>
                </a:lnTo>
                <a:cubicBezTo>
                  <a:pt x="146235" y="129142"/>
                  <a:pt x="146757" y="128098"/>
                  <a:pt x="147213" y="127087"/>
                </a:cubicBezTo>
                <a:lnTo>
                  <a:pt x="147311" y="126924"/>
                </a:lnTo>
                <a:lnTo>
                  <a:pt x="145941" y="126271"/>
                </a:lnTo>
                <a:cubicBezTo>
                  <a:pt x="146267" y="125554"/>
                  <a:pt x="146594" y="124836"/>
                  <a:pt x="146887" y="124119"/>
                </a:cubicBezTo>
                <a:lnTo>
                  <a:pt x="148290" y="124706"/>
                </a:lnTo>
                <a:lnTo>
                  <a:pt x="148355" y="124510"/>
                </a:lnTo>
                <a:cubicBezTo>
                  <a:pt x="148779" y="123466"/>
                  <a:pt x="149203" y="122390"/>
                  <a:pt x="149562" y="121313"/>
                </a:cubicBezTo>
                <a:lnTo>
                  <a:pt x="149627" y="121118"/>
                </a:lnTo>
                <a:lnTo>
                  <a:pt x="148159" y="120628"/>
                </a:lnTo>
                <a:cubicBezTo>
                  <a:pt x="148420" y="119911"/>
                  <a:pt x="148649" y="119160"/>
                  <a:pt x="148877" y="118410"/>
                </a:cubicBezTo>
                <a:lnTo>
                  <a:pt x="150345" y="118802"/>
                </a:lnTo>
                <a:lnTo>
                  <a:pt x="150378" y="118606"/>
                </a:lnTo>
                <a:cubicBezTo>
                  <a:pt x="150704" y="117529"/>
                  <a:pt x="150965" y="116420"/>
                  <a:pt x="151193" y="115311"/>
                </a:cubicBezTo>
                <a:lnTo>
                  <a:pt x="151258" y="115116"/>
                </a:lnTo>
                <a:lnTo>
                  <a:pt x="149758" y="114789"/>
                </a:lnTo>
                <a:cubicBezTo>
                  <a:pt x="149921" y="114039"/>
                  <a:pt x="150051" y="113256"/>
                  <a:pt x="150182" y="112473"/>
                </a:cubicBezTo>
                <a:lnTo>
                  <a:pt x="151682" y="112734"/>
                </a:lnTo>
                <a:lnTo>
                  <a:pt x="151715" y="112539"/>
                </a:lnTo>
                <a:cubicBezTo>
                  <a:pt x="151911" y="111429"/>
                  <a:pt x="152041" y="110288"/>
                  <a:pt x="152172" y="109146"/>
                </a:cubicBezTo>
                <a:lnTo>
                  <a:pt x="152172" y="108950"/>
                </a:lnTo>
                <a:lnTo>
                  <a:pt x="150639" y="108787"/>
                </a:lnTo>
                <a:cubicBezTo>
                  <a:pt x="150704" y="108037"/>
                  <a:pt x="150769" y="107221"/>
                  <a:pt x="150802" y="106471"/>
                </a:cubicBezTo>
                <a:lnTo>
                  <a:pt x="152335" y="106536"/>
                </a:lnTo>
                <a:lnTo>
                  <a:pt x="152335" y="106341"/>
                </a:lnTo>
                <a:cubicBezTo>
                  <a:pt x="152400" y="105199"/>
                  <a:pt x="152400" y="104057"/>
                  <a:pt x="152400" y="102916"/>
                </a:cubicBezTo>
                <a:lnTo>
                  <a:pt x="152400" y="102720"/>
                </a:lnTo>
                <a:lnTo>
                  <a:pt x="150867" y="102720"/>
                </a:lnTo>
                <a:cubicBezTo>
                  <a:pt x="150834" y="101937"/>
                  <a:pt x="150802" y="101154"/>
                  <a:pt x="150769" y="100371"/>
                </a:cubicBezTo>
                <a:lnTo>
                  <a:pt x="152302" y="100273"/>
                </a:lnTo>
                <a:lnTo>
                  <a:pt x="152302" y="100078"/>
                </a:lnTo>
                <a:cubicBezTo>
                  <a:pt x="152204" y="98936"/>
                  <a:pt x="152106" y="97794"/>
                  <a:pt x="151943" y="96685"/>
                </a:cubicBezTo>
                <a:lnTo>
                  <a:pt x="151943" y="96490"/>
                </a:lnTo>
                <a:lnTo>
                  <a:pt x="150410" y="96685"/>
                </a:lnTo>
                <a:cubicBezTo>
                  <a:pt x="150312" y="95902"/>
                  <a:pt x="150182" y="95120"/>
                  <a:pt x="150051" y="94369"/>
                </a:cubicBezTo>
                <a:lnTo>
                  <a:pt x="151552" y="94076"/>
                </a:lnTo>
                <a:lnTo>
                  <a:pt x="151519" y="93880"/>
                </a:lnTo>
                <a:cubicBezTo>
                  <a:pt x="151324" y="92771"/>
                  <a:pt x="151063" y="91662"/>
                  <a:pt x="150802" y="90553"/>
                </a:cubicBezTo>
                <a:lnTo>
                  <a:pt x="150736" y="90357"/>
                </a:lnTo>
                <a:lnTo>
                  <a:pt x="149269" y="90716"/>
                </a:lnTo>
                <a:cubicBezTo>
                  <a:pt x="149073" y="89966"/>
                  <a:pt x="148877" y="89215"/>
                  <a:pt x="148649" y="88465"/>
                </a:cubicBezTo>
                <a:lnTo>
                  <a:pt x="150117" y="88008"/>
                </a:lnTo>
                <a:lnTo>
                  <a:pt x="150051" y="87813"/>
                </a:lnTo>
                <a:cubicBezTo>
                  <a:pt x="149725" y="86736"/>
                  <a:pt x="149366" y="85660"/>
                  <a:pt x="148942" y="84583"/>
                </a:cubicBezTo>
                <a:lnTo>
                  <a:pt x="148877" y="84420"/>
                </a:lnTo>
                <a:lnTo>
                  <a:pt x="147474" y="84942"/>
                </a:lnTo>
                <a:cubicBezTo>
                  <a:pt x="147181" y="84192"/>
                  <a:pt x="146887" y="83474"/>
                  <a:pt x="146594" y="82757"/>
                </a:cubicBezTo>
                <a:lnTo>
                  <a:pt x="147964" y="82137"/>
                </a:lnTo>
                <a:lnTo>
                  <a:pt x="147898" y="81974"/>
                </a:lnTo>
                <a:cubicBezTo>
                  <a:pt x="147442" y="80930"/>
                  <a:pt x="146952" y="79886"/>
                  <a:pt x="146431" y="78875"/>
                </a:cubicBezTo>
                <a:lnTo>
                  <a:pt x="146333" y="78712"/>
                </a:lnTo>
                <a:lnTo>
                  <a:pt x="144995" y="79397"/>
                </a:lnTo>
                <a:cubicBezTo>
                  <a:pt x="144636" y="78679"/>
                  <a:pt x="144245" y="77994"/>
                  <a:pt x="143854" y="77342"/>
                </a:cubicBezTo>
                <a:lnTo>
                  <a:pt x="145158" y="76559"/>
                </a:lnTo>
                <a:lnTo>
                  <a:pt x="145061" y="76396"/>
                </a:lnTo>
                <a:cubicBezTo>
                  <a:pt x="144506" y="75417"/>
                  <a:pt x="143886" y="74439"/>
                  <a:pt x="143266" y="73493"/>
                </a:cubicBezTo>
                <a:lnTo>
                  <a:pt x="143169" y="73329"/>
                </a:lnTo>
                <a:lnTo>
                  <a:pt x="141896" y="74178"/>
                </a:lnTo>
                <a:cubicBezTo>
                  <a:pt x="141472" y="73525"/>
                  <a:pt x="141016" y="72873"/>
                  <a:pt x="140559" y="72253"/>
                </a:cubicBezTo>
                <a:lnTo>
                  <a:pt x="141766" y="71340"/>
                </a:lnTo>
                <a:lnTo>
                  <a:pt x="141635" y="71177"/>
                </a:lnTo>
                <a:cubicBezTo>
                  <a:pt x="140983" y="70296"/>
                  <a:pt x="140265" y="69382"/>
                  <a:pt x="139548" y="68534"/>
                </a:cubicBezTo>
                <a:lnTo>
                  <a:pt x="139417" y="68371"/>
                </a:lnTo>
                <a:lnTo>
                  <a:pt x="138243" y="69350"/>
                </a:lnTo>
                <a:cubicBezTo>
                  <a:pt x="137754" y="68763"/>
                  <a:pt x="137232" y="68176"/>
                  <a:pt x="136677" y="67588"/>
                </a:cubicBezTo>
                <a:lnTo>
                  <a:pt x="137786" y="66545"/>
                </a:lnTo>
                <a:lnTo>
                  <a:pt x="137656" y="66414"/>
                </a:lnTo>
                <a:cubicBezTo>
                  <a:pt x="137232" y="65990"/>
                  <a:pt x="136808" y="65566"/>
                  <a:pt x="136416" y="65174"/>
                </a:cubicBezTo>
                <a:cubicBezTo>
                  <a:pt x="136057" y="64750"/>
                  <a:pt x="135633" y="64392"/>
                  <a:pt x="135242" y="64000"/>
                </a:cubicBezTo>
                <a:lnTo>
                  <a:pt x="135079" y="63870"/>
                </a:lnTo>
                <a:lnTo>
                  <a:pt x="134068" y="64946"/>
                </a:lnTo>
                <a:cubicBezTo>
                  <a:pt x="133480" y="64424"/>
                  <a:pt x="132893" y="63902"/>
                  <a:pt x="132306" y="63380"/>
                </a:cubicBezTo>
                <a:lnTo>
                  <a:pt x="133285" y="62239"/>
                </a:lnTo>
                <a:lnTo>
                  <a:pt x="133122" y="62108"/>
                </a:lnTo>
                <a:cubicBezTo>
                  <a:pt x="132274" y="61391"/>
                  <a:pt x="131360" y="60673"/>
                  <a:pt x="130447" y="59988"/>
                </a:cubicBezTo>
                <a:lnTo>
                  <a:pt x="130284" y="59857"/>
                </a:lnTo>
                <a:lnTo>
                  <a:pt x="129403" y="61097"/>
                </a:lnTo>
                <a:cubicBezTo>
                  <a:pt x="128751" y="60640"/>
                  <a:pt x="128131" y="60184"/>
                  <a:pt x="127478" y="59727"/>
                </a:cubicBezTo>
                <a:lnTo>
                  <a:pt x="128327" y="58487"/>
                </a:lnTo>
                <a:lnTo>
                  <a:pt x="128163" y="58357"/>
                </a:lnTo>
                <a:cubicBezTo>
                  <a:pt x="127217" y="57737"/>
                  <a:pt x="126239" y="57150"/>
                  <a:pt x="125260" y="56563"/>
                </a:cubicBezTo>
                <a:lnTo>
                  <a:pt x="125097" y="56465"/>
                </a:lnTo>
                <a:close/>
                <a:moveTo>
                  <a:pt x="150312" y="127805"/>
                </a:moveTo>
                <a:lnTo>
                  <a:pt x="151848" y="128502"/>
                </a:lnTo>
                <a:lnTo>
                  <a:pt x="151848" y="128502"/>
                </a:lnTo>
                <a:cubicBezTo>
                  <a:pt x="151574" y="129100"/>
                  <a:pt x="151291" y="129694"/>
                  <a:pt x="150997" y="130284"/>
                </a:cubicBezTo>
                <a:lnTo>
                  <a:pt x="150899" y="130479"/>
                </a:lnTo>
                <a:lnTo>
                  <a:pt x="158141" y="134082"/>
                </a:lnTo>
                <a:lnTo>
                  <a:pt x="158141" y="134082"/>
                </a:lnTo>
                <a:cubicBezTo>
                  <a:pt x="155263" y="139784"/>
                  <a:pt x="151595" y="145051"/>
                  <a:pt x="147253" y="149721"/>
                </a:cubicBezTo>
                <a:lnTo>
                  <a:pt x="147253" y="149721"/>
                </a:lnTo>
                <a:lnTo>
                  <a:pt x="141374" y="144212"/>
                </a:lnTo>
                <a:lnTo>
                  <a:pt x="141211" y="144343"/>
                </a:lnTo>
                <a:cubicBezTo>
                  <a:pt x="140787" y="144832"/>
                  <a:pt x="140298" y="145321"/>
                  <a:pt x="139841" y="145778"/>
                </a:cubicBezTo>
                <a:cubicBezTo>
                  <a:pt x="134413" y="151238"/>
                  <a:pt x="127941" y="155593"/>
                  <a:pt x="120852" y="158559"/>
                </a:cubicBezTo>
                <a:lnTo>
                  <a:pt x="120852" y="158559"/>
                </a:lnTo>
                <a:lnTo>
                  <a:pt x="120204" y="156999"/>
                </a:lnTo>
                <a:cubicBezTo>
                  <a:pt x="127087" y="154096"/>
                  <a:pt x="133350" y="149888"/>
                  <a:pt x="138634" y="144604"/>
                </a:cubicBezTo>
                <a:cubicBezTo>
                  <a:pt x="143495" y="139744"/>
                  <a:pt x="147442" y="134035"/>
                  <a:pt x="150312" y="127805"/>
                </a:cubicBezTo>
                <a:close/>
                <a:moveTo>
                  <a:pt x="30891" y="152237"/>
                </a:moveTo>
                <a:lnTo>
                  <a:pt x="25900" y="155890"/>
                </a:lnTo>
                <a:lnTo>
                  <a:pt x="26031" y="156053"/>
                </a:lnTo>
                <a:cubicBezTo>
                  <a:pt x="26618" y="156902"/>
                  <a:pt x="27238" y="157684"/>
                  <a:pt x="27857" y="158467"/>
                </a:cubicBezTo>
                <a:lnTo>
                  <a:pt x="27988" y="158630"/>
                </a:lnTo>
                <a:lnTo>
                  <a:pt x="32848" y="154814"/>
                </a:lnTo>
                <a:lnTo>
                  <a:pt x="32718" y="154651"/>
                </a:lnTo>
                <a:cubicBezTo>
                  <a:pt x="32131" y="153901"/>
                  <a:pt x="31576" y="153150"/>
                  <a:pt x="31021" y="152400"/>
                </a:cubicBezTo>
                <a:lnTo>
                  <a:pt x="30891" y="152237"/>
                </a:lnTo>
                <a:close/>
                <a:moveTo>
                  <a:pt x="147311" y="157456"/>
                </a:moveTo>
                <a:cubicBezTo>
                  <a:pt x="146920" y="157815"/>
                  <a:pt x="146496" y="158174"/>
                  <a:pt x="146104" y="158533"/>
                </a:cubicBezTo>
                <a:lnTo>
                  <a:pt x="146626" y="159152"/>
                </a:lnTo>
                <a:lnTo>
                  <a:pt x="146659" y="159185"/>
                </a:lnTo>
                <a:cubicBezTo>
                  <a:pt x="147050" y="158826"/>
                  <a:pt x="147442" y="158435"/>
                  <a:pt x="147866" y="158043"/>
                </a:cubicBezTo>
                <a:lnTo>
                  <a:pt x="147311" y="157456"/>
                </a:lnTo>
                <a:close/>
                <a:moveTo>
                  <a:pt x="49321" y="158369"/>
                </a:moveTo>
                <a:lnTo>
                  <a:pt x="48767" y="158989"/>
                </a:lnTo>
                <a:cubicBezTo>
                  <a:pt x="49191" y="159348"/>
                  <a:pt x="49582" y="159707"/>
                  <a:pt x="50006" y="160066"/>
                </a:cubicBezTo>
                <a:lnTo>
                  <a:pt x="50528" y="159446"/>
                </a:lnTo>
                <a:cubicBezTo>
                  <a:pt x="50137" y="159087"/>
                  <a:pt x="49713" y="158728"/>
                  <a:pt x="49321" y="158369"/>
                </a:cubicBezTo>
                <a:close/>
                <a:moveTo>
                  <a:pt x="144571" y="159870"/>
                </a:moveTo>
                <a:cubicBezTo>
                  <a:pt x="144147" y="160196"/>
                  <a:pt x="143723" y="160555"/>
                  <a:pt x="143299" y="160881"/>
                </a:cubicBezTo>
                <a:lnTo>
                  <a:pt x="143821" y="161534"/>
                </a:lnTo>
                <a:cubicBezTo>
                  <a:pt x="144245" y="161207"/>
                  <a:pt x="144669" y="160849"/>
                  <a:pt x="145093" y="160490"/>
                </a:cubicBezTo>
                <a:lnTo>
                  <a:pt x="144571" y="159870"/>
                </a:lnTo>
                <a:close/>
                <a:moveTo>
                  <a:pt x="52094" y="160751"/>
                </a:moveTo>
                <a:lnTo>
                  <a:pt x="51572" y="161370"/>
                </a:lnTo>
                <a:cubicBezTo>
                  <a:pt x="51996" y="161729"/>
                  <a:pt x="52420" y="162055"/>
                  <a:pt x="52844" y="162382"/>
                </a:cubicBezTo>
                <a:lnTo>
                  <a:pt x="53366" y="161729"/>
                </a:lnTo>
                <a:cubicBezTo>
                  <a:pt x="52942" y="161403"/>
                  <a:pt x="52485" y="161077"/>
                  <a:pt x="52094" y="160751"/>
                </a:cubicBezTo>
                <a:close/>
                <a:moveTo>
                  <a:pt x="141701" y="162153"/>
                </a:moveTo>
                <a:cubicBezTo>
                  <a:pt x="141277" y="162480"/>
                  <a:pt x="140820" y="162773"/>
                  <a:pt x="140396" y="163099"/>
                </a:cubicBezTo>
                <a:lnTo>
                  <a:pt x="140853" y="163752"/>
                </a:lnTo>
                <a:lnTo>
                  <a:pt x="140853" y="163784"/>
                </a:lnTo>
                <a:cubicBezTo>
                  <a:pt x="141309" y="163458"/>
                  <a:pt x="141766" y="163132"/>
                  <a:pt x="142190" y="162773"/>
                </a:cubicBezTo>
                <a:lnTo>
                  <a:pt x="141701" y="162153"/>
                </a:lnTo>
                <a:close/>
                <a:moveTo>
                  <a:pt x="54964" y="162936"/>
                </a:moveTo>
                <a:lnTo>
                  <a:pt x="54508" y="163621"/>
                </a:lnTo>
                <a:cubicBezTo>
                  <a:pt x="54932" y="163915"/>
                  <a:pt x="55389" y="164241"/>
                  <a:pt x="55845" y="164535"/>
                </a:cubicBezTo>
                <a:lnTo>
                  <a:pt x="56302" y="163882"/>
                </a:lnTo>
                <a:cubicBezTo>
                  <a:pt x="55845" y="163589"/>
                  <a:pt x="55421" y="163262"/>
                  <a:pt x="54964" y="162936"/>
                </a:cubicBezTo>
                <a:close/>
                <a:moveTo>
                  <a:pt x="36208" y="159381"/>
                </a:moveTo>
                <a:cubicBezTo>
                  <a:pt x="36730" y="159968"/>
                  <a:pt x="37285" y="160588"/>
                  <a:pt x="37839" y="161142"/>
                </a:cubicBezTo>
                <a:lnTo>
                  <a:pt x="33925" y="164893"/>
                </a:lnTo>
                <a:cubicBezTo>
                  <a:pt x="33338" y="164241"/>
                  <a:pt x="32750" y="163621"/>
                  <a:pt x="32163" y="162969"/>
                </a:cubicBezTo>
                <a:lnTo>
                  <a:pt x="36208" y="159381"/>
                </a:lnTo>
                <a:close/>
                <a:moveTo>
                  <a:pt x="36241" y="158794"/>
                </a:moveTo>
                <a:lnTo>
                  <a:pt x="31609" y="162936"/>
                </a:lnTo>
                <a:lnTo>
                  <a:pt x="31739" y="163099"/>
                </a:lnTo>
                <a:cubicBezTo>
                  <a:pt x="32392" y="163817"/>
                  <a:pt x="33077" y="164567"/>
                  <a:pt x="33794" y="165317"/>
                </a:cubicBezTo>
                <a:lnTo>
                  <a:pt x="33925" y="165448"/>
                </a:lnTo>
                <a:lnTo>
                  <a:pt x="38426" y="161175"/>
                </a:lnTo>
                <a:lnTo>
                  <a:pt x="38263" y="161012"/>
                </a:lnTo>
                <a:cubicBezTo>
                  <a:pt x="37643" y="160359"/>
                  <a:pt x="36991" y="159642"/>
                  <a:pt x="36371" y="158957"/>
                </a:cubicBezTo>
                <a:lnTo>
                  <a:pt x="36241" y="158794"/>
                </a:lnTo>
                <a:close/>
                <a:moveTo>
                  <a:pt x="138700" y="164274"/>
                </a:moveTo>
                <a:cubicBezTo>
                  <a:pt x="138243" y="164567"/>
                  <a:pt x="137819" y="164861"/>
                  <a:pt x="137362" y="165154"/>
                </a:cubicBezTo>
                <a:lnTo>
                  <a:pt x="137786" y="165839"/>
                </a:lnTo>
                <a:lnTo>
                  <a:pt x="137819" y="165872"/>
                </a:lnTo>
                <a:cubicBezTo>
                  <a:pt x="138276" y="165578"/>
                  <a:pt x="138732" y="165252"/>
                  <a:pt x="139156" y="164926"/>
                </a:cubicBezTo>
                <a:lnTo>
                  <a:pt x="138700" y="164274"/>
                </a:lnTo>
                <a:close/>
                <a:moveTo>
                  <a:pt x="141342" y="144767"/>
                </a:moveTo>
                <a:lnTo>
                  <a:pt x="146968" y="150026"/>
                </a:lnTo>
                <a:lnTo>
                  <a:pt x="146968" y="150026"/>
                </a:lnTo>
                <a:cubicBezTo>
                  <a:pt x="146503" y="150519"/>
                  <a:pt x="146030" y="151007"/>
                  <a:pt x="145550" y="151487"/>
                </a:cubicBezTo>
                <a:cubicBezTo>
                  <a:pt x="139352" y="157684"/>
                  <a:pt x="132013" y="162643"/>
                  <a:pt x="123955" y="166035"/>
                </a:cubicBezTo>
                <a:lnTo>
                  <a:pt x="121013" y="158948"/>
                </a:lnTo>
                <a:lnTo>
                  <a:pt x="121013" y="158948"/>
                </a:lnTo>
                <a:cubicBezTo>
                  <a:pt x="128162" y="155924"/>
                  <a:pt x="134632" y="151573"/>
                  <a:pt x="140102" y="146072"/>
                </a:cubicBezTo>
                <a:cubicBezTo>
                  <a:pt x="140526" y="145648"/>
                  <a:pt x="140950" y="145191"/>
                  <a:pt x="141342" y="144767"/>
                </a:cubicBezTo>
                <a:close/>
                <a:moveTo>
                  <a:pt x="57966" y="165024"/>
                </a:moveTo>
                <a:lnTo>
                  <a:pt x="57509" y="165676"/>
                </a:lnTo>
                <a:cubicBezTo>
                  <a:pt x="57966" y="166002"/>
                  <a:pt x="58422" y="166296"/>
                  <a:pt x="58879" y="166557"/>
                </a:cubicBezTo>
                <a:lnTo>
                  <a:pt x="59336" y="165872"/>
                </a:lnTo>
                <a:cubicBezTo>
                  <a:pt x="58879" y="165578"/>
                  <a:pt x="58422" y="165317"/>
                  <a:pt x="57966" y="165024"/>
                </a:cubicBezTo>
                <a:close/>
                <a:moveTo>
                  <a:pt x="135633" y="166263"/>
                </a:moveTo>
                <a:cubicBezTo>
                  <a:pt x="135177" y="166524"/>
                  <a:pt x="134687" y="166785"/>
                  <a:pt x="134231" y="167079"/>
                </a:cubicBezTo>
                <a:lnTo>
                  <a:pt x="134622" y="167764"/>
                </a:lnTo>
                <a:lnTo>
                  <a:pt x="134655" y="167797"/>
                </a:lnTo>
                <a:cubicBezTo>
                  <a:pt x="135144" y="167503"/>
                  <a:pt x="135601" y="167242"/>
                  <a:pt x="136025" y="166948"/>
                </a:cubicBezTo>
                <a:lnTo>
                  <a:pt x="135633" y="166263"/>
                </a:lnTo>
                <a:close/>
                <a:moveTo>
                  <a:pt x="79495" y="160751"/>
                </a:moveTo>
                <a:cubicBezTo>
                  <a:pt x="84177" y="162251"/>
                  <a:pt x="89043" y="163177"/>
                  <a:pt x="93948" y="163496"/>
                </a:cubicBezTo>
                <a:lnTo>
                  <a:pt x="93948" y="163496"/>
                </a:lnTo>
                <a:lnTo>
                  <a:pt x="93684" y="167895"/>
                </a:lnTo>
                <a:lnTo>
                  <a:pt x="93684" y="167895"/>
                </a:lnTo>
                <a:cubicBezTo>
                  <a:pt x="92607" y="167825"/>
                  <a:pt x="91530" y="167727"/>
                  <a:pt x="90455" y="167601"/>
                </a:cubicBezTo>
                <a:cubicBezTo>
                  <a:pt x="86191" y="167107"/>
                  <a:pt x="82072" y="166205"/>
                  <a:pt x="78133" y="164938"/>
                </a:cubicBezTo>
                <a:lnTo>
                  <a:pt x="78133" y="164938"/>
                </a:lnTo>
                <a:lnTo>
                  <a:pt x="77877" y="165725"/>
                </a:lnTo>
                <a:lnTo>
                  <a:pt x="77877" y="165725"/>
                </a:lnTo>
                <a:cubicBezTo>
                  <a:pt x="77744" y="165682"/>
                  <a:pt x="77611" y="165639"/>
                  <a:pt x="77478" y="165596"/>
                </a:cubicBezTo>
                <a:lnTo>
                  <a:pt x="77478" y="165596"/>
                </a:lnTo>
                <a:lnTo>
                  <a:pt x="76724" y="167931"/>
                </a:lnTo>
                <a:lnTo>
                  <a:pt x="76724" y="167931"/>
                </a:lnTo>
                <a:cubicBezTo>
                  <a:pt x="73919" y="167014"/>
                  <a:pt x="71173" y="165912"/>
                  <a:pt x="68502" y="164632"/>
                </a:cubicBezTo>
                <a:lnTo>
                  <a:pt x="69577" y="162409"/>
                </a:lnTo>
                <a:lnTo>
                  <a:pt x="69577" y="162409"/>
                </a:lnTo>
                <a:cubicBezTo>
                  <a:pt x="72117" y="163634"/>
                  <a:pt x="74755" y="164701"/>
                  <a:pt x="77478" y="165596"/>
                </a:cubicBezTo>
                <a:lnTo>
                  <a:pt x="77478" y="165596"/>
                </a:lnTo>
                <a:lnTo>
                  <a:pt x="77733" y="164808"/>
                </a:lnTo>
                <a:lnTo>
                  <a:pt x="77733" y="164808"/>
                </a:lnTo>
                <a:cubicBezTo>
                  <a:pt x="77866" y="164852"/>
                  <a:pt x="77999" y="164895"/>
                  <a:pt x="78133" y="164938"/>
                </a:cubicBezTo>
                <a:lnTo>
                  <a:pt x="78133" y="164938"/>
                </a:lnTo>
                <a:lnTo>
                  <a:pt x="79495" y="160751"/>
                </a:lnTo>
                <a:close/>
                <a:moveTo>
                  <a:pt x="150529" y="153355"/>
                </a:moveTo>
                <a:lnTo>
                  <a:pt x="156836" y="159250"/>
                </a:lnTo>
                <a:cubicBezTo>
                  <a:pt x="156282" y="159870"/>
                  <a:pt x="155695" y="160490"/>
                  <a:pt x="155107" y="161077"/>
                </a:cubicBezTo>
                <a:cubicBezTo>
                  <a:pt x="152589" y="163606"/>
                  <a:pt x="149910" y="165957"/>
                  <a:pt x="147089" y="168119"/>
                </a:cubicBezTo>
                <a:lnTo>
                  <a:pt x="147089" y="168119"/>
                </a:lnTo>
                <a:lnTo>
                  <a:pt x="141831" y="161240"/>
                </a:lnTo>
                <a:cubicBezTo>
                  <a:pt x="144942" y="158843"/>
                  <a:pt x="147849" y="156207"/>
                  <a:pt x="150529" y="153355"/>
                </a:cubicBezTo>
                <a:close/>
                <a:moveTo>
                  <a:pt x="61032" y="166916"/>
                </a:moveTo>
                <a:lnTo>
                  <a:pt x="60640" y="167601"/>
                </a:lnTo>
                <a:cubicBezTo>
                  <a:pt x="61097" y="167894"/>
                  <a:pt x="61586" y="168155"/>
                  <a:pt x="62043" y="168416"/>
                </a:cubicBezTo>
                <a:lnTo>
                  <a:pt x="62467" y="167731"/>
                </a:lnTo>
                <a:cubicBezTo>
                  <a:pt x="61978" y="167438"/>
                  <a:pt x="61521" y="167177"/>
                  <a:pt x="61032" y="166916"/>
                </a:cubicBezTo>
                <a:close/>
                <a:moveTo>
                  <a:pt x="132437" y="168058"/>
                </a:moveTo>
                <a:cubicBezTo>
                  <a:pt x="131980" y="168319"/>
                  <a:pt x="131491" y="168579"/>
                  <a:pt x="131001" y="168808"/>
                </a:cubicBezTo>
                <a:lnTo>
                  <a:pt x="131360" y="169525"/>
                </a:lnTo>
                <a:lnTo>
                  <a:pt x="131393" y="169558"/>
                </a:lnTo>
                <a:cubicBezTo>
                  <a:pt x="131915" y="169297"/>
                  <a:pt x="132371" y="169069"/>
                  <a:pt x="132828" y="168775"/>
                </a:cubicBezTo>
                <a:lnTo>
                  <a:pt x="132437" y="168058"/>
                </a:lnTo>
                <a:close/>
                <a:moveTo>
                  <a:pt x="64229" y="168677"/>
                </a:moveTo>
                <a:lnTo>
                  <a:pt x="63870" y="169395"/>
                </a:lnTo>
                <a:cubicBezTo>
                  <a:pt x="64326" y="169656"/>
                  <a:pt x="64816" y="169884"/>
                  <a:pt x="65305" y="170145"/>
                </a:cubicBezTo>
                <a:lnTo>
                  <a:pt x="65664" y="169395"/>
                </a:lnTo>
                <a:cubicBezTo>
                  <a:pt x="65207" y="169167"/>
                  <a:pt x="64718" y="168906"/>
                  <a:pt x="64229" y="168677"/>
                </a:cubicBezTo>
                <a:close/>
                <a:moveTo>
                  <a:pt x="129175" y="169721"/>
                </a:moveTo>
                <a:cubicBezTo>
                  <a:pt x="128685" y="169949"/>
                  <a:pt x="128196" y="170178"/>
                  <a:pt x="127707" y="170406"/>
                </a:cubicBezTo>
                <a:lnTo>
                  <a:pt x="128033" y="171124"/>
                </a:lnTo>
                <a:lnTo>
                  <a:pt x="128066" y="171156"/>
                </a:lnTo>
                <a:cubicBezTo>
                  <a:pt x="128588" y="170928"/>
                  <a:pt x="129077" y="170700"/>
                  <a:pt x="129533" y="170439"/>
                </a:cubicBezTo>
                <a:lnTo>
                  <a:pt x="129175" y="169721"/>
                </a:lnTo>
                <a:close/>
                <a:moveTo>
                  <a:pt x="67523" y="170276"/>
                </a:moveTo>
                <a:lnTo>
                  <a:pt x="67164" y="170993"/>
                </a:lnTo>
                <a:cubicBezTo>
                  <a:pt x="67654" y="171222"/>
                  <a:pt x="68176" y="171450"/>
                  <a:pt x="68665" y="171678"/>
                </a:cubicBezTo>
                <a:lnTo>
                  <a:pt x="68991" y="170928"/>
                </a:lnTo>
                <a:cubicBezTo>
                  <a:pt x="68502" y="170700"/>
                  <a:pt x="68012" y="170471"/>
                  <a:pt x="67523" y="170276"/>
                </a:cubicBezTo>
                <a:close/>
                <a:moveTo>
                  <a:pt x="153020" y="166622"/>
                </a:moveTo>
                <a:lnTo>
                  <a:pt x="156543" y="170700"/>
                </a:lnTo>
                <a:cubicBezTo>
                  <a:pt x="155890" y="171254"/>
                  <a:pt x="155205" y="171809"/>
                  <a:pt x="154553" y="172363"/>
                </a:cubicBezTo>
                <a:lnTo>
                  <a:pt x="151160" y="168188"/>
                </a:lnTo>
                <a:cubicBezTo>
                  <a:pt x="151780" y="167699"/>
                  <a:pt x="152433" y="167177"/>
                  <a:pt x="153020" y="166622"/>
                </a:cubicBezTo>
                <a:close/>
                <a:moveTo>
                  <a:pt x="153052" y="166068"/>
                </a:moveTo>
                <a:lnTo>
                  <a:pt x="152824" y="166263"/>
                </a:lnTo>
                <a:cubicBezTo>
                  <a:pt x="152139" y="166851"/>
                  <a:pt x="151454" y="167438"/>
                  <a:pt x="150736" y="167992"/>
                </a:cubicBezTo>
                <a:lnTo>
                  <a:pt x="150573" y="168123"/>
                </a:lnTo>
                <a:lnTo>
                  <a:pt x="154488" y="172951"/>
                </a:lnTo>
                <a:lnTo>
                  <a:pt x="154651" y="172820"/>
                </a:lnTo>
                <a:cubicBezTo>
                  <a:pt x="155401" y="172200"/>
                  <a:pt x="156151" y="171580"/>
                  <a:pt x="156902" y="170928"/>
                </a:cubicBezTo>
                <a:lnTo>
                  <a:pt x="157130" y="170732"/>
                </a:lnTo>
                <a:lnTo>
                  <a:pt x="153052" y="166068"/>
                </a:lnTo>
                <a:close/>
                <a:moveTo>
                  <a:pt x="70850" y="171678"/>
                </a:moveTo>
                <a:lnTo>
                  <a:pt x="70557" y="172429"/>
                </a:lnTo>
                <a:cubicBezTo>
                  <a:pt x="71079" y="172657"/>
                  <a:pt x="71568" y="172820"/>
                  <a:pt x="72090" y="173016"/>
                </a:cubicBezTo>
                <a:lnTo>
                  <a:pt x="72383" y="172266"/>
                </a:lnTo>
                <a:cubicBezTo>
                  <a:pt x="71862" y="172102"/>
                  <a:pt x="71372" y="171874"/>
                  <a:pt x="70850" y="171678"/>
                </a:cubicBezTo>
                <a:close/>
                <a:moveTo>
                  <a:pt x="122422" y="172526"/>
                </a:moveTo>
                <a:cubicBezTo>
                  <a:pt x="121933" y="172690"/>
                  <a:pt x="121411" y="172885"/>
                  <a:pt x="120889" y="173048"/>
                </a:cubicBezTo>
                <a:lnTo>
                  <a:pt x="121150" y="173831"/>
                </a:lnTo>
                <a:lnTo>
                  <a:pt x="121215" y="173831"/>
                </a:lnTo>
                <a:cubicBezTo>
                  <a:pt x="121737" y="173668"/>
                  <a:pt x="122227" y="173472"/>
                  <a:pt x="122716" y="173277"/>
                </a:cubicBezTo>
                <a:lnTo>
                  <a:pt x="122422" y="172526"/>
                </a:lnTo>
                <a:close/>
                <a:moveTo>
                  <a:pt x="118965" y="173668"/>
                </a:moveTo>
                <a:cubicBezTo>
                  <a:pt x="118443" y="173831"/>
                  <a:pt x="117921" y="173962"/>
                  <a:pt x="117399" y="174125"/>
                </a:cubicBezTo>
                <a:lnTo>
                  <a:pt x="117627" y="174908"/>
                </a:lnTo>
                <a:lnTo>
                  <a:pt x="117660" y="174940"/>
                </a:lnTo>
                <a:cubicBezTo>
                  <a:pt x="118214" y="174777"/>
                  <a:pt x="118736" y="174614"/>
                  <a:pt x="119193" y="174451"/>
                </a:cubicBezTo>
                <a:lnTo>
                  <a:pt x="118965" y="173668"/>
                </a:lnTo>
                <a:close/>
                <a:moveTo>
                  <a:pt x="77766" y="174027"/>
                </a:moveTo>
                <a:lnTo>
                  <a:pt x="77537" y="174810"/>
                </a:lnTo>
                <a:cubicBezTo>
                  <a:pt x="78059" y="174973"/>
                  <a:pt x="78581" y="175103"/>
                  <a:pt x="79136" y="175234"/>
                </a:cubicBezTo>
                <a:lnTo>
                  <a:pt x="79332" y="174418"/>
                </a:lnTo>
                <a:cubicBezTo>
                  <a:pt x="78810" y="174321"/>
                  <a:pt x="78288" y="174157"/>
                  <a:pt x="77766" y="174027"/>
                </a:cubicBezTo>
                <a:close/>
                <a:moveTo>
                  <a:pt x="115442" y="174647"/>
                </a:moveTo>
                <a:cubicBezTo>
                  <a:pt x="114920" y="174777"/>
                  <a:pt x="114398" y="174875"/>
                  <a:pt x="113876" y="175006"/>
                </a:cubicBezTo>
                <a:lnTo>
                  <a:pt x="114039" y="175788"/>
                </a:lnTo>
                <a:lnTo>
                  <a:pt x="114104" y="175821"/>
                </a:lnTo>
                <a:cubicBezTo>
                  <a:pt x="114626" y="175691"/>
                  <a:pt x="115148" y="175560"/>
                  <a:pt x="115637" y="175430"/>
                </a:cubicBezTo>
                <a:lnTo>
                  <a:pt x="115442" y="174647"/>
                </a:lnTo>
                <a:close/>
                <a:moveTo>
                  <a:pt x="81289" y="174940"/>
                </a:moveTo>
                <a:lnTo>
                  <a:pt x="81126" y="175723"/>
                </a:lnTo>
                <a:cubicBezTo>
                  <a:pt x="81648" y="175854"/>
                  <a:pt x="82169" y="175952"/>
                  <a:pt x="82724" y="176082"/>
                </a:cubicBezTo>
                <a:lnTo>
                  <a:pt x="82887" y="175267"/>
                </a:lnTo>
                <a:cubicBezTo>
                  <a:pt x="82365" y="175169"/>
                  <a:pt x="81811" y="175038"/>
                  <a:pt x="81289" y="174940"/>
                </a:cubicBezTo>
                <a:close/>
                <a:moveTo>
                  <a:pt x="111886" y="175397"/>
                </a:moveTo>
                <a:cubicBezTo>
                  <a:pt x="111364" y="175527"/>
                  <a:pt x="110842" y="175625"/>
                  <a:pt x="110320" y="175723"/>
                </a:cubicBezTo>
                <a:lnTo>
                  <a:pt x="110451" y="176539"/>
                </a:lnTo>
                <a:lnTo>
                  <a:pt x="110483" y="176571"/>
                </a:lnTo>
                <a:cubicBezTo>
                  <a:pt x="111005" y="176441"/>
                  <a:pt x="111560" y="176343"/>
                  <a:pt x="112049" y="176213"/>
                </a:cubicBezTo>
                <a:lnTo>
                  <a:pt x="111886" y="175397"/>
                </a:lnTo>
                <a:close/>
                <a:moveTo>
                  <a:pt x="84877" y="175658"/>
                </a:moveTo>
                <a:lnTo>
                  <a:pt x="84746" y="176473"/>
                </a:lnTo>
                <a:cubicBezTo>
                  <a:pt x="85268" y="176571"/>
                  <a:pt x="85823" y="176637"/>
                  <a:pt x="86377" y="176734"/>
                </a:cubicBezTo>
                <a:lnTo>
                  <a:pt x="86475" y="175919"/>
                </a:lnTo>
                <a:cubicBezTo>
                  <a:pt x="85953" y="175821"/>
                  <a:pt x="85399" y="175756"/>
                  <a:pt x="84877" y="175658"/>
                </a:cubicBezTo>
                <a:close/>
                <a:moveTo>
                  <a:pt x="108298" y="176049"/>
                </a:moveTo>
                <a:cubicBezTo>
                  <a:pt x="107776" y="176115"/>
                  <a:pt x="107221" y="176180"/>
                  <a:pt x="106700" y="176245"/>
                </a:cubicBezTo>
                <a:lnTo>
                  <a:pt x="106797" y="177061"/>
                </a:lnTo>
                <a:lnTo>
                  <a:pt x="106830" y="177093"/>
                </a:lnTo>
                <a:cubicBezTo>
                  <a:pt x="107352" y="177028"/>
                  <a:pt x="107907" y="176930"/>
                  <a:pt x="108428" y="176865"/>
                </a:cubicBezTo>
                <a:lnTo>
                  <a:pt x="108298" y="176049"/>
                </a:lnTo>
                <a:close/>
                <a:moveTo>
                  <a:pt x="88498" y="176213"/>
                </a:moveTo>
                <a:lnTo>
                  <a:pt x="88400" y="177028"/>
                </a:lnTo>
                <a:cubicBezTo>
                  <a:pt x="88922" y="177093"/>
                  <a:pt x="89476" y="177158"/>
                  <a:pt x="90031" y="177224"/>
                </a:cubicBezTo>
                <a:lnTo>
                  <a:pt x="90096" y="176376"/>
                </a:lnTo>
                <a:cubicBezTo>
                  <a:pt x="89574" y="176343"/>
                  <a:pt x="89020" y="176278"/>
                  <a:pt x="88498" y="176213"/>
                </a:cubicBezTo>
                <a:close/>
                <a:moveTo>
                  <a:pt x="92119" y="176571"/>
                </a:moveTo>
                <a:lnTo>
                  <a:pt x="92053" y="177387"/>
                </a:lnTo>
                <a:cubicBezTo>
                  <a:pt x="92608" y="177452"/>
                  <a:pt x="93162" y="177485"/>
                  <a:pt x="93684" y="177517"/>
                </a:cubicBezTo>
                <a:lnTo>
                  <a:pt x="93749" y="176669"/>
                </a:lnTo>
                <a:cubicBezTo>
                  <a:pt x="93195" y="176669"/>
                  <a:pt x="92673" y="176604"/>
                  <a:pt x="92119" y="176571"/>
                </a:cubicBezTo>
                <a:close/>
                <a:moveTo>
                  <a:pt x="95772" y="176767"/>
                </a:moveTo>
                <a:lnTo>
                  <a:pt x="95772" y="177583"/>
                </a:lnTo>
                <a:cubicBezTo>
                  <a:pt x="96294" y="177615"/>
                  <a:pt x="96848" y="177615"/>
                  <a:pt x="97403" y="177615"/>
                </a:cubicBezTo>
                <a:lnTo>
                  <a:pt x="97403" y="176800"/>
                </a:lnTo>
                <a:cubicBezTo>
                  <a:pt x="96881" y="176800"/>
                  <a:pt x="96326" y="176767"/>
                  <a:pt x="95772" y="176767"/>
                </a:cubicBezTo>
                <a:close/>
                <a:moveTo>
                  <a:pt x="101056" y="176734"/>
                </a:moveTo>
                <a:cubicBezTo>
                  <a:pt x="100502" y="176734"/>
                  <a:pt x="99947" y="176767"/>
                  <a:pt x="99425" y="176767"/>
                </a:cubicBezTo>
                <a:lnTo>
                  <a:pt x="99425" y="177583"/>
                </a:lnTo>
                <a:lnTo>
                  <a:pt x="99458" y="177615"/>
                </a:lnTo>
                <a:cubicBezTo>
                  <a:pt x="100013" y="177583"/>
                  <a:pt x="100567" y="177583"/>
                  <a:pt x="101089" y="177550"/>
                </a:cubicBezTo>
                <a:lnTo>
                  <a:pt x="101056" y="176734"/>
                </a:lnTo>
                <a:close/>
                <a:moveTo>
                  <a:pt x="146333" y="171841"/>
                </a:moveTo>
                <a:lnTo>
                  <a:pt x="149432" y="176245"/>
                </a:lnTo>
                <a:cubicBezTo>
                  <a:pt x="148714" y="176734"/>
                  <a:pt x="147996" y="177224"/>
                  <a:pt x="147279" y="177680"/>
                </a:cubicBezTo>
                <a:lnTo>
                  <a:pt x="144310" y="173211"/>
                </a:lnTo>
                <a:lnTo>
                  <a:pt x="144343" y="173211"/>
                </a:lnTo>
                <a:cubicBezTo>
                  <a:pt x="144995" y="172787"/>
                  <a:pt x="145680" y="172331"/>
                  <a:pt x="146333" y="171841"/>
                </a:cubicBezTo>
                <a:close/>
                <a:moveTo>
                  <a:pt x="146431" y="171287"/>
                </a:moveTo>
                <a:lnTo>
                  <a:pt x="146267" y="171385"/>
                </a:lnTo>
                <a:cubicBezTo>
                  <a:pt x="145517" y="171939"/>
                  <a:pt x="144702" y="172461"/>
                  <a:pt x="143951" y="172983"/>
                </a:cubicBezTo>
                <a:lnTo>
                  <a:pt x="143756" y="173081"/>
                </a:lnTo>
                <a:lnTo>
                  <a:pt x="147181" y="178268"/>
                </a:lnTo>
                <a:lnTo>
                  <a:pt x="147344" y="178170"/>
                </a:lnTo>
                <a:cubicBezTo>
                  <a:pt x="148192" y="177615"/>
                  <a:pt x="149008" y="177028"/>
                  <a:pt x="149823" y="176473"/>
                </a:cubicBezTo>
                <a:lnTo>
                  <a:pt x="150019" y="176343"/>
                </a:lnTo>
                <a:lnTo>
                  <a:pt x="146431" y="171287"/>
                </a:lnTo>
                <a:close/>
                <a:moveTo>
                  <a:pt x="147270" y="150308"/>
                </a:moveTo>
                <a:lnTo>
                  <a:pt x="150247" y="153091"/>
                </a:lnTo>
                <a:lnTo>
                  <a:pt x="150247" y="153091"/>
                </a:lnTo>
                <a:cubicBezTo>
                  <a:pt x="147536" y="155981"/>
                  <a:pt x="144580" y="158644"/>
                  <a:pt x="141407" y="161044"/>
                </a:cubicBezTo>
                <a:lnTo>
                  <a:pt x="141244" y="161175"/>
                </a:lnTo>
                <a:lnTo>
                  <a:pt x="146748" y="168379"/>
                </a:lnTo>
                <a:lnTo>
                  <a:pt x="146748" y="168379"/>
                </a:lnTo>
                <a:cubicBezTo>
                  <a:pt x="141038" y="172707"/>
                  <a:pt x="134758" y="176263"/>
                  <a:pt x="128066" y="178953"/>
                </a:cubicBezTo>
                <a:lnTo>
                  <a:pt x="125403" y="172291"/>
                </a:lnTo>
                <a:lnTo>
                  <a:pt x="125403" y="172291"/>
                </a:lnTo>
                <a:cubicBezTo>
                  <a:pt x="125658" y="172177"/>
                  <a:pt x="125904" y="172058"/>
                  <a:pt x="126141" y="171939"/>
                </a:cubicBezTo>
                <a:lnTo>
                  <a:pt x="125847" y="171189"/>
                </a:lnTo>
                <a:cubicBezTo>
                  <a:pt x="125587" y="171287"/>
                  <a:pt x="125335" y="171393"/>
                  <a:pt x="125086" y="171498"/>
                </a:cubicBezTo>
                <a:lnTo>
                  <a:pt x="125086" y="171498"/>
                </a:lnTo>
                <a:lnTo>
                  <a:pt x="120204" y="159283"/>
                </a:lnTo>
                <a:cubicBezTo>
                  <a:pt x="120345" y="159226"/>
                  <a:pt x="120485" y="159168"/>
                  <a:pt x="120624" y="159110"/>
                </a:cubicBezTo>
                <a:lnTo>
                  <a:pt x="120624" y="159110"/>
                </a:lnTo>
                <a:lnTo>
                  <a:pt x="123727" y="166557"/>
                </a:lnTo>
                <a:lnTo>
                  <a:pt x="123923" y="166492"/>
                </a:lnTo>
                <a:cubicBezTo>
                  <a:pt x="132110" y="163067"/>
                  <a:pt x="139548" y="158076"/>
                  <a:pt x="145811" y="151813"/>
                </a:cubicBezTo>
                <a:cubicBezTo>
                  <a:pt x="146305" y="151318"/>
                  <a:pt x="146792" y="150817"/>
                  <a:pt x="147270" y="150308"/>
                </a:cubicBezTo>
                <a:close/>
                <a:moveTo>
                  <a:pt x="160718" y="139548"/>
                </a:moveTo>
                <a:lnTo>
                  <a:pt x="183161" y="152237"/>
                </a:lnTo>
                <a:cubicBezTo>
                  <a:pt x="181725" y="154749"/>
                  <a:pt x="180160" y="157228"/>
                  <a:pt x="178529" y="159642"/>
                </a:cubicBezTo>
                <a:cubicBezTo>
                  <a:pt x="172690" y="168058"/>
                  <a:pt x="165578" y="175495"/>
                  <a:pt x="157489" y="181725"/>
                </a:cubicBezTo>
                <a:lnTo>
                  <a:pt x="147337" y="168443"/>
                </a:lnTo>
                <a:lnTo>
                  <a:pt x="147337" y="168443"/>
                </a:lnTo>
                <a:cubicBezTo>
                  <a:pt x="150172" y="166269"/>
                  <a:pt x="152866" y="163906"/>
                  <a:pt x="155401" y="161370"/>
                </a:cubicBezTo>
                <a:cubicBezTo>
                  <a:pt x="156053" y="160718"/>
                  <a:pt x="156673" y="160066"/>
                  <a:pt x="157293" y="159413"/>
                </a:cubicBezTo>
                <a:lnTo>
                  <a:pt x="157423" y="159250"/>
                </a:lnTo>
                <a:lnTo>
                  <a:pt x="150811" y="153054"/>
                </a:lnTo>
                <a:lnTo>
                  <a:pt x="150811" y="153054"/>
                </a:lnTo>
                <a:cubicBezTo>
                  <a:pt x="153165" y="150520"/>
                  <a:pt x="155342" y="147817"/>
                  <a:pt x="157326" y="144963"/>
                </a:cubicBezTo>
                <a:cubicBezTo>
                  <a:pt x="158533" y="143234"/>
                  <a:pt x="159674" y="141407"/>
                  <a:pt x="160718" y="139548"/>
                </a:cubicBezTo>
                <a:close/>
                <a:moveTo>
                  <a:pt x="139156" y="176376"/>
                </a:moveTo>
                <a:lnTo>
                  <a:pt x="141799" y="181073"/>
                </a:lnTo>
                <a:cubicBezTo>
                  <a:pt x="141048" y="181464"/>
                  <a:pt x="140265" y="181888"/>
                  <a:pt x="139515" y="182280"/>
                </a:cubicBezTo>
                <a:lnTo>
                  <a:pt x="137036" y="177517"/>
                </a:lnTo>
                <a:cubicBezTo>
                  <a:pt x="137754" y="177158"/>
                  <a:pt x="138471" y="176767"/>
                  <a:pt x="139156" y="176376"/>
                </a:cubicBezTo>
                <a:close/>
                <a:moveTo>
                  <a:pt x="194088" y="82593"/>
                </a:moveTo>
                <a:lnTo>
                  <a:pt x="169950" y="87833"/>
                </a:lnTo>
                <a:lnTo>
                  <a:pt x="169950" y="87833"/>
                </a:lnTo>
                <a:cubicBezTo>
                  <a:pt x="169927" y="87719"/>
                  <a:pt x="169905" y="87603"/>
                  <a:pt x="169884" y="87486"/>
                </a:cubicBezTo>
                <a:lnTo>
                  <a:pt x="169069" y="87682"/>
                </a:lnTo>
                <a:cubicBezTo>
                  <a:pt x="169096" y="87791"/>
                  <a:pt x="169122" y="87899"/>
                  <a:pt x="169146" y="88007"/>
                </a:cubicBezTo>
                <a:lnTo>
                  <a:pt x="169146" y="88007"/>
                </a:lnTo>
                <a:lnTo>
                  <a:pt x="168090" y="88237"/>
                </a:lnTo>
                <a:lnTo>
                  <a:pt x="168123" y="88432"/>
                </a:lnTo>
                <a:cubicBezTo>
                  <a:pt x="168319" y="89215"/>
                  <a:pt x="168449" y="89998"/>
                  <a:pt x="168612" y="90814"/>
                </a:cubicBezTo>
                <a:cubicBezTo>
                  <a:pt x="169635" y="96402"/>
                  <a:pt x="169998" y="102068"/>
                  <a:pt x="169694" y="107702"/>
                </a:cubicBezTo>
                <a:lnTo>
                  <a:pt x="169694" y="107702"/>
                </a:lnTo>
                <a:lnTo>
                  <a:pt x="162761" y="107311"/>
                </a:lnTo>
                <a:lnTo>
                  <a:pt x="162761" y="107311"/>
                </a:lnTo>
                <a:cubicBezTo>
                  <a:pt x="162754" y="107437"/>
                  <a:pt x="162746" y="107564"/>
                  <a:pt x="162738" y="107690"/>
                </a:cubicBezTo>
                <a:lnTo>
                  <a:pt x="162738" y="107690"/>
                </a:lnTo>
                <a:lnTo>
                  <a:pt x="161907" y="107641"/>
                </a:lnTo>
                <a:lnTo>
                  <a:pt x="161907" y="107641"/>
                </a:lnTo>
                <a:cubicBezTo>
                  <a:pt x="161836" y="108798"/>
                  <a:pt x="161733" y="109953"/>
                  <a:pt x="161599" y="111103"/>
                </a:cubicBezTo>
                <a:cubicBezTo>
                  <a:pt x="160979" y="116714"/>
                  <a:pt x="159609" y="122194"/>
                  <a:pt x="157521" y="127413"/>
                </a:cubicBezTo>
                <a:lnTo>
                  <a:pt x="158304" y="127739"/>
                </a:lnTo>
                <a:cubicBezTo>
                  <a:pt x="160392" y="122422"/>
                  <a:pt x="161762" y="116877"/>
                  <a:pt x="162414" y="111201"/>
                </a:cubicBezTo>
                <a:cubicBezTo>
                  <a:pt x="162555" y="110032"/>
                  <a:pt x="162663" y="108861"/>
                  <a:pt x="162738" y="107690"/>
                </a:cubicBezTo>
                <a:lnTo>
                  <a:pt x="162738" y="107690"/>
                </a:lnTo>
                <a:lnTo>
                  <a:pt x="169672" y="108096"/>
                </a:lnTo>
                <a:lnTo>
                  <a:pt x="169672" y="108096"/>
                </a:lnTo>
                <a:cubicBezTo>
                  <a:pt x="169438" y="112031"/>
                  <a:pt x="168879" y="115949"/>
                  <a:pt x="167992" y="119813"/>
                </a:cubicBezTo>
                <a:lnTo>
                  <a:pt x="167927" y="120008"/>
                </a:lnTo>
                <a:lnTo>
                  <a:pt x="168999" y="120254"/>
                </a:lnTo>
                <a:lnTo>
                  <a:pt x="168999" y="120254"/>
                </a:lnTo>
                <a:cubicBezTo>
                  <a:pt x="168870" y="120770"/>
                  <a:pt x="168741" y="121286"/>
                  <a:pt x="168612" y="121803"/>
                </a:cubicBezTo>
                <a:lnTo>
                  <a:pt x="169395" y="121998"/>
                </a:lnTo>
                <a:cubicBezTo>
                  <a:pt x="169522" y="121489"/>
                  <a:pt x="169619" y="120979"/>
                  <a:pt x="169806" y="120439"/>
                </a:cubicBezTo>
                <a:lnTo>
                  <a:pt x="169806" y="120439"/>
                </a:lnTo>
                <a:lnTo>
                  <a:pt x="176781" y="122035"/>
                </a:lnTo>
                <a:lnTo>
                  <a:pt x="176781" y="122035"/>
                </a:lnTo>
                <a:cubicBezTo>
                  <a:pt x="175374" y="128162"/>
                  <a:pt x="173249" y="134118"/>
                  <a:pt x="170439" y="139776"/>
                </a:cubicBezTo>
                <a:lnTo>
                  <a:pt x="158676" y="133895"/>
                </a:lnTo>
                <a:lnTo>
                  <a:pt x="158676" y="133895"/>
                </a:lnTo>
                <a:cubicBezTo>
                  <a:pt x="159009" y="133219"/>
                  <a:pt x="159331" y="132537"/>
                  <a:pt x="159642" y="131849"/>
                </a:cubicBezTo>
                <a:lnTo>
                  <a:pt x="159739" y="131654"/>
                </a:lnTo>
                <a:lnTo>
                  <a:pt x="152385" y="128324"/>
                </a:lnTo>
                <a:lnTo>
                  <a:pt x="152385" y="128324"/>
                </a:lnTo>
                <a:cubicBezTo>
                  <a:pt x="155369" y="121729"/>
                  <a:pt x="157106" y="114651"/>
                  <a:pt x="157521" y="107385"/>
                </a:cubicBezTo>
                <a:lnTo>
                  <a:pt x="161907" y="107641"/>
                </a:lnTo>
                <a:lnTo>
                  <a:pt x="161907" y="107641"/>
                </a:lnTo>
                <a:cubicBezTo>
                  <a:pt x="161915" y="107516"/>
                  <a:pt x="161922" y="107390"/>
                  <a:pt x="161929" y="107264"/>
                </a:cubicBezTo>
                <a:lnTo>
                  <a:pt x="161929" y="107264"/>
                </a:lnTo>
                <a:lnTo>
                  <a:pt x="162761" y="107311"/>
                </a:lnTo>
                <a:lnTo>
                  <a:pt x="162761" y="107311"/>
                </a:lnTo>
                <a:cubicBezTo>
                  <a:pt x="162863" y="105549"/>
                  <a:pt x="162891" y="103786"/>
                  <a:pt x="162845" y="102024"/>
                </a:cubicBezTo>
                <a:lnTo>
                  <a:pt x="162845" y="102024"/>
                </a:lnTo>
                <a:lnTo>
                  <a:pt x="162005" y="102050"/>
                </a:lnTo>
                <a:lnTo>
                  <a:pt x="162005" y="102050"/>
                </a:lnTo>
                <a:cubicBezTo>
                  <a:pt x="162050" y="103788"/>
                  <a:pt x="162025" y="105528"/>
                  <a:pt x="161929" y="107264"/>
                </a:cubicBezTo>
                <a:lnTo>
                  <a:pt x="161929" y="107264"/>
                </a:lnTo>
                <a:lnTo>
                  <a:pt x="157130" y="106993"/>
                </a:lnTo>
                <a:lnTo>
                  <a:pt x="157130" y="107189"/>
                </a:lnTo>
                <a:cubicBezTo>
                  <a:pt x="156718" y="114429"/>
                  <a:pt x="154978" y="121537"/>
                  <a:pt x="152006" y="128153"/>
                </a:cubicBezTo>
                <a:lnTo>
                  <a:pt x="152006" y="128153"/>
                </a:lnTo>
                <a:lnTo>
                  <a:pt x="150084" y="127283"/>
                </a:lnTo>
                <a:lnTo>
                  <a:pt x="149986" y="127478"/>
                </a:lnTo>
                <a:cubicBezTo>
                  <a:pt x="147148" y="133741"/>
                  <a:pt x="143201" y="139450"/>
                  <a:pt x="138308" y="144310"/>
                </a:cubicBezTo>
                <a:cubicBezTo>
                  <a:pt x="133024" y="149595"/>
                  <a:pt x="126761" y="153835"/>
                  <a:pt x="119845" y="156706"/>
                </a:cubicBezTo>
                <a:lnTo>
                  <a:pt x="119650" y="156771"/>
                </a:lnTo>
                <a:lnTo>
                  <a:pt x="120462" y="158721"/>
                </a:lnTo>
                <a:lnTo>
                  <a:pt x="120462" y="158721"/>
                </a:lnTo>
                <a:cubicBezTo>
                  <a:pt x="120268" y="158800"/>
                  <a:pt x="120073" y="158879"/>
                  <a:pt x="119878" y="158957"/>
                </a:cubicBezTo>
                <a:lnTo>
                  <a:pt x="119682" y="159054"/>
                </a:lnTo>
                <a:lnTo>
                  <a:pt x="124715" y="171657"/>
                </a:lnTo>
                <a:lnTo>
                  <a:pt x="124715" y="171657"/>
                </a:lnTo>
                <a:cubicBezTo>
                  <a:pt x="124592" y="171709"/>
                  <a:pt x="124469" y="171760"/>
                  <a:pt x="124347" y="171809"/>
                </a:cubicBezTo>
                <a:lnTo>
                  <a:pt x="124641" y="172559"/>
                </a:lnTo>
                <a:lnTo>
                  <a:pt x="124673" y="172592"/>
                </a:lnTo>
                <a:cubicBezTo>
                  <a:pt x="124795" y="172546"/>
                  <a:pt x="124914" y="172499"/>
                  <a:pt x="125032" y="172450"/>
                </a:cubicBezTo>
                <a:lnTo>
                  <a:pt x="125032" y="172450"/>
                </a:lnTo>
                <a:lnTo>
                  <a:pt x="127837" y="179474"/>
                </a:lnTo>
                <a:lnTo>
                  <a:pt x="128033" y="179409"/>
                </a:lnTo>
                <a:cubicBezTo>
                  <a:pt x="134833" y="176711"/>
                  <a:pt x="141204" y="173098"/>
                  <a:pt x="146995" y="168704"/>
                </a:cubicBezTo>
                <a:lnTo>
                  <a:pt x="146995" y="168704"/>
                </a:lnTo>
                <a:lnTo>
                  <a:pt x="157391" y="182312"/>
                </a:lnTo>
                <a:lnTo>
                  <a:pt x="157554" y="182182"/>
                </a:lnTo>
                <a:cubicBezTo>
                  <a:pt x="165774" y="175919"/>
                  <a:pt x="172951" y="168384"/>
                  <a:pt x="178855" y="159870"/>
                </a:cubicBezTo>
                <a:cubicBezTo>
                  <a:pt x="180551" y="157423"/>
                  <a:pt x="182149" y="154879"/>
                  <a:pt x="183617" y="152270"/>
                </a:cubicBezTo>
                <a:lnTo>
                  <a:pt x="183715" y="152106"/>
                </a:lnTo>
                <a:lnTo>
                  <a:pt x="160555" y="138993"/>
                </a:lnTo>
                <a:lnTo>
                  <a:pt x="160457" y="139189"/>
                </a:lnTo>
                <a:cubicBezTo>
                  <a:pt x="159381" y="141081"/>
                  <a:pt x="158206" y="142940"/>
                  <a:pt x="156967" y="144734"/>
                </a:cubicBezTo>
                <a:cubicBezTo>
                  <a:pt x="155018" y="147576"/>
                  <a:pt x="152866" y="150268"/>
                  <a:pt x="150528" y="152789"/>
                </a:cubicBezTo>
                <a:lnTo>
                  <a:pt x="150528" y="152789"/>
                </a:lnTo>
                <a:lnTo>
                  <a:pt x="147555" y="150004"/>
                </a:lnTo>
                <a:lnTo>
                  <a:pt x="147555" y="150004"/>
                </a:lnTo>
                <a:cubicBezTo>
                  <a:pt x="151930" y="145297"/>
                  <a:pt x="155619" y="140000"/>
                  <a:pt x="158495" y="134258"/>
                </a:cubicBezTo>
                <a:lnTo>
                  <a:pt x="158495" y="134258"/>
                </a:lnTo>
                <a:lnTo>
                  <a:pt x="170635" y="140298"/>
                </a:lnTo>
                <a:lnTo>
                  <a:pt x="170700" y="140135"/>
                </a:lnTo>
                <a:cubicBezTo>
                  <a:pt x="173561" y="134394"/>
                  <a:pt x="175728" y="128346"/>
                  <a:pt x="177164" y="122123"/>
                </a:cubicBezTo>
                <a:lnTo>
                  <a:pt x="177164" y="122123"/>
                </a:lnTo>
                <a:lnTo>
                  <a:pt x="193860" y="125945"/>
                </a:lnTo>
                <a:lnTo>
                  <a:pt x="193925" y="125717"/>
                </a:lnTo>
                <a:cubicBezTo>
                  <a:pt x="196894" y="112702"/>
                  <a:pt x="197187" y="99164"/>
                  <a:pt x="194773" y="86019"/>
                </a:cubicBezTo>
                <a:cubicBezTo>
                  <a:pt x="194577" y="84942"/>
                  <a:pt x="194382" y="83866"/>
                  <a:pt x="194121" y="82789"/>
                </a:cubicBezTo>
                <a:lnTo>
                  <a:pt x="194088" y="82593"/>
                </a:lnTo>
                <a:close/>
                <a:moveTo>
                  <a:pt x="139319" y="175788"/>
                </a:moveTo>
                <a:lnTo>
                  <a:pt x="139124" y="175886"/>
                </a:lnTo>
                <a:cubicBezTo>
                  <a:pt x="138308" y="176376"/>
                  <a:pt x="137493" y="176832"/>
                  <a:pt x="136677" y="177256"/>
                </a:cubicBezTo>
                <a:lnTo>
                  <a:pt x="136482" y="177322"/>
                </a:lnTo>
                <a:lnTo>
                  <a:pt x="139352" y="182834"/>
                </a:lnTo>
                <a:lnTo>
                  <a:pt x="139515" y="182736"/>
                </a:lnTo>
                <a:cubicBezTo>
                  <a:pt x="140396" y="182280"/>
                  <a:pt x="141309" y="181791"/>
                  <a:pt x="142190" y="181301"/>
                </a:cubicBezTo>
                <a:lnTo>
                  <a:pt x="142353" y="181203"/>
                </a:lnTo>
                <a:lnTo>
                  <a:pt x="139319" y="175788"/>
                </a:lnTo>
                <a:close/>
                <a:moveTo>
                  <a:pt x="76988" y="168456"/>
                </a:moveTo>
                <a:lnTo>
                  <a:pt x="76988" y="168456"/>
                </a:lnTo>
                <a:cubicBezTo>
                  <a:pt x="82384" y="170187"/>
                  <a:pt x="87984" y="171246"/>
                  <a:pt x="93652" y="171580"/>
                </a:cubicBezTo>
                <a:lnTo>
                  <a:pt x="93880" y="171580"/>
                </a:lnTo>
                <a:lnTo>
                  <a:pt x="94046" y="168733"/>
                </a:lnTo>
                <a:lnTo>
                  <a:pt x="94046" y="168733"/>
                </a:lnTo>
                <a:cubicBezTo>
                  <a:pt x="95342" y="168806"/>
                  <a:pt x="96638" y="168840"/>
                  <a:pt x="97925" y="168840"/>
                </a:cubicBezTo>
                <a:cubicBezTo>
                  <a:pt x="99793" y="168840"/>
                  <a:pt x="101658" y="168759"/>
                  <a:pt x="103513" y="168598"/>
                </a:cubicBezTo>
                <a:lnTo>
                  <a:pt x="103513" y="168598"/>
                </a:lnTo>
                <a:lnTo>
                  <a:pt x="104223" y="176522"/>
                </a:lnTo>
                <a:lnTo>
                  <a:pt x="104223" y="176522"/>
                </a:lnTo>
                <a:cubicBezTo>
                  <a:pt x="103839" y="176557"/>
                  <a:pt x="103442" y="176581"/>
                  <a:pt x="103046" y="176604"/>
                </a:cubicBezTo>
                <a:lnTo>
                  <a:pt x="103111" y="177419"/>
                </a:lnTo>
                <a:lnTo>
                  <a:pt x="103177" y="177452"/>
                </a:lnTo>
                <a:cubicBezTo>
                  <a:pt x="103542" y="177406"/>
                  <a:pt x="103923" y="177393"/>
                  <a:pt x="104298" y="177355"/>
                </a:cubicBezTo>
                <a:lnTo>
                  <a:pt x="104298" y="177355"/>
                </a:lnTo>
                <a:lnTo>
                  <a:pt x="104938" y="184498"/>
                </a:lnTo>
                <a:cubicBezTo>
                  <a:pt x="102589" y="184694"/>
                  <a:pt x="100176" y="184824"/>
                  <a:pt x="97794" y="184824"/>
                </a:cubicBezTo>
                <a:cubicBezTo>
                  <a:pt x="89378" y="184824"/>
                  <a:pt x="80995" y="183487"/>
                  <a:pt x="72938" y="180910"/>
                </a:cubicBezTo>
                <a:lnTo>
                  <a:pt x="75156" y="174090"/>
                </a:lnTo>
                <a:lnTo>
                  <a:pt x="75156" y="174090"/>
                </a:lnTo>
                <a:cubicBezTo>
                  <a:pt x="75298" y="174134"/>
                  <a:pt x="75439" y="174179"/>
                  <a:pt x="75580" y="174223"/>
                </a:cubicBezTo>
                <a:lnTo>
                  <a:pt x="75841" y="173440"/>
                </a:lnTo>
                <a:cubicBezTo>
                  <a:pt x="75698" y="173395"/>
                  <a:pt x="75555" y="173350"/>
                  <a:pt x="75411" y="173305"/>
                </a:cubicBezTo>
                <a:lnTo>
                  <a:pt x="75411" y="173305"/>
                </a:lnTo>
                <a:lnTo>
                  <a:pt x="76988" y="168456"/>
                </a:lnTo>
                <a:close/>
                <a:moveTo>
                  <a:pt x="17060" y="92836"/>
                </a:moveTo>
                <a:lnTo>
                  <a:pt x="17028" y="93032"/>
                </a:lnTo>
                <a:cubicBezTo>
                  <a:pt x="16571" y="96587"/>
                  <a:pt x="16343" y="100176"/>
                  <a:pt x="16343" y="103764"/>
                </a:cubicBezTo>
                <a:cubicBezTo>
                  <a:pt x="16343" y="107460"/>
                  <a:pt x="16595" y="111157"/>
                  <a:pt x="17095" y="114821"/>
                </a:cubicBezTo>
                <a:lnTo>
                  <a:pt x="17095" y="114821"/>
                </a:lnTo>
                <a:lnTo>
                  <a:pt x="15855" y="114996"/>
                </a:lnTo>
                <a:lnTo>
                  <a:pt x="15855" y="114996"/>
                </a:lnTo>
                <a:cubicBezTo>
                  <a:pt x="15789" y="114528"/>
                  <a:pt x="15723" y="114059"/>
                  <a:pt x="15658" y="113582"/>
                </a:cubicBezTo>
                <a:lnTo>
                  <a:pt x="15625" y="113387"/>
                </a:lnTo>
                <a:lnTo>
                  <a:pt x="9492" y="114137"/>
                </a:lnTo>
                <a:lnTo>
                  <a:pt x="9492" y="114365"/>
                </a:lnTo>
                <a:cubicBezTo>
                  <a:pt x="9558" y="114860"/>
                  <a:pt x="9624" y="115363"/>
                  <a:pt x="9695" y="115866"/>
                </a:cubicBezTo>
                <a:lnTo>
                  <a:pt x="9695" y="115866"/>
                </a:lnTo>
                <a:lnTo>
                  <a:pt x="0" y="117236"/>
                </a:lnTo>
                <a:lnTo>
                  <a:pt x="33" y="117432"/>
                </a:lnTo>
                <a:cubicBezTo>
                  <a:pt x="196" y="118736"/>
                  <a:pt x="424" y="120106"/>
                  <a:pt x="652" y="121411"/>
                </a:cubicBezTo>
                <a:cubicBezTo>
                  <a:pt x="2805" y="133220"/>
                  <a:pt x="7079" y="144539"/>
                  <a:pt x="13309" y="154814"/>
                </a:cubicBezTo>
                <a:lnTo>
                  <a:pt x="13407" y="155010"/>
                </a:lnTo>
                <a:lnTo>
                  <a:pt x="21868" y="149874"/>
                </a:lnTo>
                <a:lnTo>
                  <a:pt x="21868" y="149874"/>
                </a:lnTo>
                <a:cubicBezTo>
                  <a:pt x="22114" y="150280"/>
                  <a:pt x="22360" y="150679"/>
                  <a:pt x="22606" y="151063"/>
                </a:cubicBezTo>
                <a:lnTo>
                  <a:pt x="22736" y="151226"/>
                </a:lnTo>
                <a:lnTo>
                  <a:pt x="27955" y="147931"/>
                </a:lnTo>
                <a:lnTo>
                  <a:pt x="27857" y="147735"/>
                </a:lnTo>
                <a:cubicBezTo>
                  <a:pt x="27630" y="147387"/>
                  <a:pt x="27403" y="147024"/>
                  <a:pt x="27175" y="146654"/>
                </a:cubicBezTo>
                <a:lnTo>
                  <a:pt x="27175" y="146654"/>
                </a:lnTo>
                <a:lnTo>
                  <a:pt x="34645" y="142121"/>
                </a:lnTo>
                <a:lnTo>
                  <a:pt x="34645" y="142121"/>
                </a:lnTo>
                <a:cubicBezTo>
                  <a:pt x="34897" y="142560"/>
                  <a:pt x="35179" y="143026"/>
                  <a:pt x="35490" y="143462"/>
                </a:cubicBezTo>
                <a:lnTo>
                  <a:pt x="36175" y="143038"/>
                </a:lnTo>
                <a:cubicBezTo>
                  <a:pt x="35891" y="142595"/>
                  <a:pt x="35606" y="142153"/>
                  <a:pt x="35322" y="141710"/>
                </a:cubicBezTo>
                <a:lnTo>
                  <a:pt x="35322" y="141710"/>
                </a:lnTo>
                <a:lnTo>
                  <a:pt x="36143" y="141211"/>
                </a:lnTo>
                <a:lnTo>
                  <a:pt x="36045" y="141048"/>
                </a:lnTo>
                <a:cubicBezTo>
                  <a:pt x="32708" y="135527"/>
                  <a:pt x="30131" y="129600"/>
                  <a:pt x="28379" y="123410"/>
                </a:cubicBezTo>
                <a:lnTo>
                  <a:pt x="28379" y="123410"/>
                </a:lnTo>
                <a:lnTo>
                  <a:pt x="32421" y="122286"/>
                </a:lnTo>
                <a:lnTo>
                  <a:pt x="32421" y="122286"/>
                </a:lnTo>
                <a:cubicBezTo>
                  <a:pt x="34810" y="130781"/>
                  <a:pt x="38832" y="138695"/>
                  <a:pt x="44265" y="145615"/>
                </a:cubicBezTo>
                <a:lnTo>
                  <a:pt x="44396" y="145778"/>
                </a:lnTo>
                <a:lnTo>
                  <a:pt x="46680" y="143985"/>
                </a:lnTo>
                <a:lnTo>
                  <a:pt x="46680" y="143985"/>
                </a:lnTo>
                <a:cubicBezTo>
                  <a:pt x="52672" y="151601"/>
                  <a:pt x="60349" y="157890"/>
                  <a:pt x="69226" y="162238"/>
                </a:cubicBezTo>
                <a:lnTo>
                  <a:pt x="69226" y="162238"/>
                </a:lnTo>
                <a:lnTo>
                  <a:pt x="69586" y="161491"/>
                </a:lnTo>
                <a:lnTo>
                  <a:pt x="69586" y="161491"/>
                </a:lnTo>
                <a:cubicBezTo>
                  <a:pt x="69703" y="161548"/>
                  <a:pt x="69820" y="161605"/>
                  <a:pt x="69938" y="161662"/>
                </a:cubicBezTo>
                <a:lnTo>
                  <a:pt x="69938" y="161662"/>
                </a:lnTo>
                <a:lnTo>
                  <a:pt x="72775" y="155792"/>
                </a:lnTo>
                <a:cubicBezTo>
                  <a:pt x="79429" y="159022"/>
                  <a:pt x="86671" y="160914"/>
                  <a:pt x="94076" y="161370"/>
                </a:cubicBezTo>
                <a:lnTo>
                  <a:pt x="93973" y="163075"/>
                </a:lnTo>
                <a:lnTo>
                  <a:pt x="93973" y="163075"/>
                </a:lnTo>
                <a:cubicBezTo>
                  <a:pt x="89028" y="162757"/>
                  <a:pt x="84126" y="161825"/>
                  <a:pt x="79429" y="160294"/>
                </a:cubicBezTo>
                <a:lnTo>
                  <a:pt x="79201" y="160261"/>
                </a:lnTo>
                <a:lnTo>
                  <a:pt x="77733" y="164808"/>
                </a:lnTo>
                <a:lnTo>
                  <a:pt x="77733" y="164808"/>
                </a:lnTo>
                <a:cubicBezTo>
                  <a:pt x="75046" y="163924"/>
                  <a:pt x="72444" y="162871"/>
                  <a:pt x="69938" y="161662"/>
                </a:cubicBezTo>
                <a:lnTo>
                  <a:pt x="69938" y="161662"/>
                </a:lnTo>
                <a:lnTo>
                  <a:pt x="69577" y="162409"/>
                </a:lnTo>
                <a:lnTo>
                  <a:pt x="69577" y="162409"/>
                </a:lnTo>
                <a:cubicBezTo>
                  <a:pt x="69460" y="162352"/>
                  <a:pt x="69343" y="162295"/>
                  <a:pt x="69226" y="162238"/>
                </a:cubicBezTo>
                <a:lnTo>
                  <a:pt x="69226" y="162238"/>
                </a:lnTo>
                <a:lnTo>
                  <a:pt x="67980" y="164828"/>
                </a:lnTo>
                <a:lnTo>
                  <a:pt x="68143" y="164926"/>
                </a:lnTo>
                <a:cubicBezTo>
                  <a:pt x="70887" y="166248"/>
                  <a:pt x="73711" y="167385"/>
                  <a:pt x="76596" y="168329"/>
                </a:cubicBezTo>
                <a:lnTo>
                  <a:pt x="76596" y="168329"/>
                </a:lnTo>
                <a:lnTo>
                  <a:pt x="75027" y="173186"/>
                </a:lnTo>
                <a:lnTo>
                  <a:pt x="75027" y="173186"/>
                </a:lnTo>
                <a:cubicBezTo>
                  <a:pt x="74777" y="173107"/>
                  <a:pt x="74526" y="173029"/>
                  <a:pt x="74275" y="172951"/>
                </a:cubicBezTo>
                <a:lnTo>
                  <a:pt x="74014" y="173701"/>
                </a:lnTo>
                <a:cubicBezTo>
                  <a:pt x="74268" y="173796"/>
                  <a:pt x="74522" y="173883"/>
                  <a:pt x="74775" y="173967"/>
                </a:cubicBezTo>
                <a:lnTo>
                  <a:pt x="74775" y="173967"/>
                </a:lnTo>
                <a:lnTo>
                  <a:pt x="72449" y="181171"/>
                </a:lnTo>
                <a:lnTo>
                  <a:pt x="72644" y="181236"/>
                </a:lnTo>
                <a:cubicBezTo>
                  <a:pt x="80767" y="183878"/>
                  <a:pt x="89248" y="185216"/>
                  <a:pt x="97794" y="185216"/>
                </a:cubicBezTo>
                <a:cubicBezTo>
                  <a:pt x="100241" y="185216"/>
                  <a:pt x="102753" y="185118"/>
                  <a:pt x="105199" y="184889"/>
                </a:cubicBezTo>
                <a:lnTo>
                  <a:pt x="105395" y="184857"/>
                </a:lnTo>
                <a:lnTo>
                  <a:pt x="104709" y="177301"/>
                </a:lnTo>
                <a:lnTo>
                  <a:pt x="104709" y="177301"/>
                </a:lnTo>
                <a:cubicBezTo>
                  <a:pt x="104731" y="177297"/>
                  <a:pt x="104753" y="177293"/>
                  <a:pt x="104775" y="177289"/>
                </a:cubicBezTo>
                <a:lnTo>
                  <a:pt x="104677" y="176473"/>
                </a:lnTo>
                <a:cubicBezTo>
                  <a:pt x="104663" y="176475"/>
                  <a:pt x="104649" y="176477"/>
                  <a:pt x="104634" y="176479"/>
                </a:cubicBezTo>
                <a:lnTo>
                  <a:pt x="104634" y="176479"/>
                </a:lnTo>
                <a:lnTo>
                  <a:pt x="103916" y="168562"/>
                </a:lnTo>
                <a:lnTo>
                  <a:pt x="103916" y="168562"/>
                </a:lnTo>
                <a:cubicBezTo>
                  <a:pt x="103781" y="168574"/>
                  <a:pt x="103647" y="168586"/>
                  <a:pt x="103513" y="168598"/>
                </a:cubicBezTo>
                <a:lnTo>
                  <a:pt x="103513" y="168598"/>
                </a:lnTo>
                <a:lnTo>
                  <a:pt x="103440" y="167784"/>
                </a:lnTo>
                <a:lnTo>
                  <a:pt x="103440" y="167784"/>
                </a:lnTo>
                <a:cubicBezTo>
                  <a:pt x="101577" y="167948"/>
                  <a:pt x="99708" y="168031"/>
                  <a:pt x="97836" y="168031"/>
                </a:cubicBezTo>
                <a:cubicBezTo>
                  <a:pt x="96589" y="168031"/>
                  <a:pt x="95341" y="167994"/>
                  <a:pt x="94094" y="167921"/>
                </a:cubicBezTo>
                <a:lnTo>
                  <a:pt x="94094" y="167921"/>
                </a:lnTo>
                <a:lnTo>
                  <a:pt x="94046" y="168733"/>
                </a:lnTo>
                <a:lnTo>
                  <a:pt x="94046" y="168733"/>
                </a:lnTo>
                <a:cubicBezTo>
                  <a:pt x="93909" y="168726"/>
                  <a:pt x="93772" y="168717"/>
                  <a:pt x="93635" y="168709"/>
                </a:cubicBezTo>
                <a:lnTo>
                  <a:pt x="93635" y="168709"/>
                </a:lnTo>
                <a:lnTo>
                  <a:pt x="93489" y="171156"/>
                </a:lnTo>
                <a:cubicBezTo>
                  <a:pt x="87910" y="170800"/>
                  <a:pt x="82413" y="169756"/>
                  <a:pt x="77118" y="168059"/>
                </a:cubicBezTo>
                <a:lnTo>
                  <a:pt x="77118" y="168059"/>
                </a:lnTo>
                <a:lnTo>
                  <a:pt x="77877" y="165725"/>
                </a:lnTo>
                <a:lnTo>
                  <a:pt x="77877" y="165725"/>
                </a:lnTo>
                <a:cubicBezTo>
                  <a:pt x="81867" y="167007"/>
                  <a:pt x="86038" y="167919"/>
                  <a:pt x="90357" y="168416"/>
                </a:cubicBezTo>
                <a:cubicBezTo>
                  <a:pt x="91445" y="168544"/>
                  <a:pt x="92540" y="168640"/>
                  <a:pt x="93635" y="168709"/>
                </a:cubicBezTo>
                <a:lnTo>
                  <a:pt x="93635" y="168709"/>
                </a:lnTo>
                <a:lnTo>
                  <a:pt x="93684" y="167895"/>
                </a:lnTo>
                <a:lnTo>
                  <a:pt x="93684" y="167895"/>
                </a:lnTo>
                <a:cubicBezTo>
                  <a:pt x="93821" y="167904"/>
                  <a:pt x="93957" y="167913"/>
                  <a:pt x="94094" y="167921"/>
                </a:cubicBezTo>
                <a:lnTo>
                  <a:pt x="94094" y="167921"/>
                </a:lnTo>
                <a:lnTo>
                  <a:pt x="94351" y="163521"/>
                </a:lnTo>
                <a:lnTo>
                  <a:pt x="94351" y="163521"/>
                </a:lnTo>
                <a:cubicBezTo>
                  <a:pt x="95498" y="163588"/>
                  <a:pt x="96646" y="163621"/>
                  <a:pt x="97794" y="163621"/>
                </a:cubicBezTo>
                <a:cubicBezTo>
                  <a:pt x="99556" y="163621"/>
                  <a:pt x="101317" y="163523"/>
                  <a:pt x="103046" y="163393"/>
                </a:cubicBezTo>
                <a:lnTo>
                  <a:pt x="103440" y="167784"/>
                </a:lnTo>
                <a:lnTo>
                  <a:pt x="103440" y="167784"/>
                </a:lnTo>
                <a:cubicBezTo>
                  <a:pt x="103574" y="167772"/>
                  <a:pt x="103708" y="167760"/>
                  <a:pt x="103842" y="167747"/>
                </a:cubicBezTo>
                <a:lnTo>
                  <a:pt x="103842" y="167747"/>
                </a:lnTo>
                <a:lnTo>
                  <a:pt x="103916" y="168562"/>
                </a:lnTo>
                <a:lnTo>
                  <a:pt x="103916" y="168562"/>
                </a:lnTo>
                <a:cubicBezTo>
                  <a:pt x="109273" y="168061"/>
                  <a:pt x="114549" y="166889"/>
                  <a:pt x="119617" y="165057"/>
                </a:cubicBezTo>
                <a:lnTo>
                  <a:pt x="119356" y="164306"/>
                </a:lnTo>
                <a:cubicBezTo>
                  <a:pt x="114327" y="166095"/>
                  <a:pt x="109116" y="167249"/>
                  <a:pt x="103842" y="167747"/>
                </a:cubicBezTo>
                <a:lnTo>
                  <a:pt x="103842" y="167747"/>
                </a:lnTo>
                <a:lnTo>
                  <a:pt x="103405" y="162936"/>
                </a:lnTo>
                <a:lnTo>
                  <a:pt x="103209" y="162969"/>
                </a:lnTo>
                <a:cubicBezTo>
                  <a:pt x="101415" y="163132"/>
                  <a:pt x="99588" y="163197"/>
                  <a:pt x="97794" y="163197"/>
                </a:cubicBezTo>
                <a:cubicBezTo>
                  <a:pt x="96654" y="163197"/>
                  <a:pt x="95514" y="163164"/>
                  <a:pt x="94376" y="163099"/>
                </a:cubicBezTo>
                <a:lnTo>
                  <a:pt x="94376" y="163099"/>
                </a:lnTo>
                <a:lnTo>
                  <a:pt x="94500" y="160979"/>
                </a:lnTo>
                <a:lnTo>
                  <a:pt x="94304" y="160979"/>
                </a:lnTo>
                <a:cubicBezTo>
                  <a:pt x="86801" y="160555"/>
                  <a:pt x="79495" y="158630"/>
                  <a:pt x="72775" y="155368"/>
                </a:cubicBezTo>
                <a:lnTo>
                  <a:pt x="72579" y="155271"/>
                </a:lnTo>
                <a:lnTo>
                  <a:pt x="69586" y="161491"/>
                </a:lnTo>
                <a:lnTo>
                  <a:pt x="69586" y="161491"/>
                </a:lnTo>
                <a:cubicBezTo>
                  <a:pt x="60824" y="157197"/>
                  <a:pt x="53245" y="150991"/>
                  <a:pt x="47327" y="143476"/>
                </a:cubicBezTo>
                <a:lnTo>
                  <a:pt x="47327" y="143476"/>
                </a:lnTo>
                <a:lnTo>
                  <a:pt x="46680" y="143985"/>
                </a:lnTo>
                <a:lnTo>
                  <a:pt x="46680" y="143985"/>
                </a:lnTo>
                <a:cubicBezTo>
                  <a:pt x="46593" y="143875"/>
                  <a:pt x="46507" y="143764"/>
                  <a:pt x="46422" y="143654"/>
                </a:cubicBezTo>
                <a:lnTo>
                  <a:pt x="46422" y="143654"/>
                </a:lnTo>
                <a:lnTo>
                  <a:pt x="44461" y="145191"/>
                </a:lnTo>
                <a:cubicBezTo>
                  <a:pt x="39147" y="138345"/>
                  <a:pt x="35169" y="130521"/>
                  <a:pt x="32819" y="122175"/>
                </a:cubicBezTo>
                <a:lnTo>
                  <a:pt x="32819" y="122175"/>
                </a:lnTo>
                <a:lnTo>
                  <a:pt x="35192" y="121515"/>
                </a:lnTo>
                <a:lnTo>
                  <a:pt x="35192" y="121515"/>
                </a:lnTo>
                <a:cubicBezTo>
                  <a:pt x="37497" y="129604"/>
                  <a:pt x="41341" y="137111"/>
                  <a:pt x="46422" y="143654"/>
                </a:cubicBezTo>
                <a:lnTo>
                  <a:pt x="46422" y="143654"/>
                </a:lnTo>
                <a:lnTo>
                  <a:pt x="47069" y="143146"/>
                </a:lnTo>
                <a:lnTo>
                  <a:pt x="47069" y="143146"/>
                </a:lnTo>
                <a:cubicBezTo>
                  <a:pt x="47155" y="143257"/>
                  <a:pt x="47241" y="143367"/>
                  <a:pt x="47327" y="143476"/>
                </a:cubicBezTo>
                <a:lnTo>
                  <a:pt x="47327" y="143476"/>
                </a:lnTo>
                <a:lnTo>
                  <a:pt x="52746" y="139222"/>
                </a:lnTo>
                <a:lnTo>
                  <a:pt x="52616" y="139058"/>
                </a:lnTo>
                <a:cubicBezTo>
                  <a:pt x="47984" y="133187"/>
                  <a:pt x="44559" y="126435"/>
                  <a:pt x="42569" y="119226"/>
                </a:cubicBezTo>
                <a:lnTo>
                  <a:pt x="42504" y="119030"/>
                </a:lnTo>
                <a:lnTo>
                  <a:pt x="40485" y="119593"/>
                </a:lnTo>
                <a:lnTo>
                  <a:pt x="40485" y="119593"/>
                </a:lnTo>
                <a:cubicBezTo>
                  <a:pt x="39059" y="114411"/>
                  <a:pt x="38361" y="109103"/>
                  <a:pt x="38361" y="103764"/>
                </a:cubicBezTo>
                <a:cubicBezTo>
                  <a:pt x="38361" y="101122"/>
                  <a:pt x="38524" y="98512"/>
                  <a:pt x="38850" y="95935"/>
                </a:cubicBezTo>
                <a:lnTo>
                  <a:pt x="38883" y="95707"/>
                </a:lnTo>
                <a:lnTo>
                  <a:pt x="34124" y="95081"/>
                </a:lnTo>
                <a:lnTo>
                  <a:pt x="34124" y="95081"/>
                </a:lnTo>
                <a:cubicBezTo>
                  <a:pt x="34106" y="95217"/>
                  <a:pt x="34088" y="95354"/>
                  <a:pt x="34070" y="95491"/>
                </a:cubicBezTo>
                <a:lnTo>
                  <a:pt x="34070" y="95491"/>
                </a:lnTo>
                <a:lnTo>
                  <a:pt x="38426" y="96066"/>
                </a:lnTo>
                <a:cubicBezTo>
                  <a:pt x="38100" y="98610"/>
                  <a:pt x="37937" y="101187"/>
                  <a:pt x="37937" y="103764"/>
                </a:cubicBezTo>
                <a:cubicBezTo>
                  <a:pt x="37937" y="109142"/>
                  <a:pt x="38654" y="114488"/>
                  <a:pt x="40087" y="119704"/>
                </a:cubicBezTo>
                <a:lnTo>
                  <a:pt x="40087" y="119704"/>
                </a:lnTo>
                <a:lnTo>
                  <a:pt x="35860" y="120882"/>
                </a:lnTo>
                <a:lnTo>
                  <a:pt x="35860" y="120882"/>
                </a:lnTo>
                <a:cubicBezTo>
                  <a:pt x="33710" y="113147"/>
                  <a:pt x="32985" y="104881"/>
                  <a:pt x="33957" y="96424"/>
                </a:cubicBezTo>
                <a:cubicBezTo>
                  <a:pt x="33993" y="96113"/>
                  <a:pt x="34030" y="95801"/>
                  <a:pt x="34070" y="95491"/>
                </a:cubicBezTo>
                <a:lnTo>
                  <a:pt x="34070" y="95491"/>
                </a:lnTo>
                <a:lnTo>
                  <a:pt x="33255" y="95383"/>
                </a:lnTo>
                <a:lnTo>
                  <a:pt x="33255" y="95383"/>
                </a:lnTo>
                <a:cubicBezTo>
                  <a:pt x="33215" y="95697"/>
                  <a:pt x="33177" y="96011"/>
                  <a:pt x="33142" y="96326"/>
                </a:cubicBezTo>
                <a:cubicBezTo>
                  <a:pt x="32162" y="104892"/>
                  <a:pt x="32898" y="113265"/>
                  <a:pt x="35075" y="121101"/>
                </a:cubicBezTo>
                <a:lnTo>
                  <a:pt x="35075" y="121101"/>
                </a:lnTo>
                <a:lnTo>
                  <a:pt x="35860" y="120882"/>
                </a:lnTo>
                <a:lnTo>
                  <a:pt x="35860" y="120882"/>
                </a:lnTo>
                <a:cubicBezTo>
                  <a:pt x="35862" y="120887"/>
                  <a:pt x="35863" y="120892"/>
                  <a:pt x="35864" y="120896"/>
                </a:cubicBezTo>
                <a:lnTo>
                  <a:pt x="35864" y="120896"/>
                </a:lnTo>
                <a:lnTo>
                  <a:pt x="35079" y="121116"/>
                </a:lnTo>
                <a:lnTo>
                  <a:pt x="35079" y="121116"/>
                </a:lnTo>
                <a:cubicBezTo>
                  <a:pt x="35078" y="121111"/>
                  <a:pt x="35076" y="121106"/>
                  <a:pt x="35075" y="121101"/>
                </a:cubicBezTo>
                <a:lnTo>
                  <a:pt x="35075" y="121101"/>
                </a:lnTo>
                <a:lnTo>
                  <a:pt x="32326" y="121868"/>
                </a:lnTo>
                <a:lnTo>
                  <a:pt x="32329" y="121884"/>
                </a:lnTo>
                <a:lnTo>
                  <a:pt x="32329" y="121884"/>
                </a:lnTo>
                <a:lnTo>
                  <a:pt x="28270" y="123019"/>
                </a:lnTo>
                <a:lnTo>
                  <a:pt x="28270" y="123019"/>
                </a:lnTo>
                <a:cubicBezTo>
                  <a:pt x="27689" y="120924"/>
                  <a:pt x="27203" y="118798"/>
                  <a:pt x="26814" y="116649"/>
                </a:cubicBezTo>
                <a:cubicBezTo>
                  <a:pt x="26650" y="115670"/>
                  <a:pt x="26487" y="114691"/>
                  <a:pt x="26357" y="113713"/>
                </a:cubicBezTo>
                <a:lnTo>
                  <a:pt x="26324" y="113517"/>
                </a:lnTo>
                <a:lnTo>
                  <a:pt x="17480" y="114767"/>
                </a:lnTo>
                <a:lnTo>
                  <a:pt x="17480" y="114767"/>
                </a:lnTo>
                <a:cubicBezTo>
                  <a:pt x="16983" y="111121"/>
                  <a:pt x="16734" y="107447"/>
                  <a:pt x="16734" y="103764"/>
                </a:cubicBezTo>
                <a:cubicBezTo>
                  <a:pt x="16734" y="100241"/>
                  <a:pt x="16962" y="96751"/>
                  <a:pt x="17419" y="93293"/>
                </a:cubicBezTo>
                <a:lnTo>
                  <a:pt x="33255" y="95383"/>
                </a:lnTo>
                <a:lnTo>
                  <a:pt x="33255" y="95383"/>
                </a:lnTo>
                <a:cubicBezTo>
                  <a:pt x="33272" y="95246"/>
                  <a:pt x="33290" y="95110"/>
                  <a:pt x="33308" y="94973"/>
                </a:cubicBezTo>
                <a:lnTo>
                  <a:pt x="33308" y="94973"/>
                </a:lnTo>
                <a:lnTo>
                  <a:pt x="17060" y="92836"/>
                </a:lnTo>
                <a:close/>
                <a:moveTo>
                  <a:pt x="131556" y="180127"/>
                </a:moveTo>
                <a:lnTo>
                  <a:pt x="133709" y="185052"/>
                </a:lnTo>
                <a:cubicBezTo>
                  <a:pt x="132926" y="185379"/>
                  <a:pt x="132110" y="185738"/>
                  <a:pt x="131295" y="186064"/>
                </a:cubicBezTo>
                <a:lnTo>
                  <a:pt x="129305" y="181040"/>
                </a:lnTo>
                <a:lnTo>
                  <a:pt x="129305" y="181040"/>
                </a:lnTo>
                <a:lnTo>
                  <a:pt x="129338" y="181073"/>
                </a:lnTo>
                <a:cubicBezTo>
                  <a:pt x="130088" y="180779"/>
                  <a:pt x="130806" y="180453"/>
                  <a:pt x="131556" y="180127"/>
                </a:cubicBezTo>
                <a:close/>
                <a:moveTo>
                  <a:pt x="131784" y="179572"/>
                </a:moveTo>
                <a:lnTo>
                  <a:pt x="131589" y="179670"/>
                </a:lnTo>
                <a:cubicBezTo>
                  <a:pt x="130708" y="180029"/>
                  <a:pt x="129827" y="180420"/>
                  <a:pt x="128979" y="180747"/>
                </a:cubicBezTo>
                <a:lnTo>
                  <a:pt x="128783" y="180812"/>
                </a:lnTo>
                <a:lnTo>
                  <a:pt x="131067" y="186586"/>
                </a:lnTo>
                <a:lnTo>
                  <a:pt x="131262" y="186520"/>
                </a:lnTo>
                <a:cubicBezTo>
                  <a:pt x="132208" y="186129"/>
                  <a:pt x="133154" y="185770"/>
                  <a:pt x="134068" y="185346"/>
                </a:cubicBezTo>
                <a:lnTo>
                  <a:pt x="134263" y="185281"/>
                </a:lnTo>
                <a:lnTo>
                  <a:pt x="131784" y="179572"/>
                </a:lnTo>
                <a:close/>
                <a:moveTo>
                  <a:pt x="123629" y="183095"/>
                </a:moveTo>
                <a:lnTo>
                  <a:pt x="125260" y="188217"/>
                </a:lnTo>
                <a:cubicBezTo>
                  <a:pt x="124412" y="188478"/>
                  <a:pt x="123564" y="188739"/>
                  <a:pt x="122749" y="188967"/>
                </a:cubicBezTo>
                <a:lnTo>
                  <a:pt x="121289" y="183810"/>
                </a:lnTo>
                <a:lnTo>
                  <a:pt x="121289" y="183810"/>
                </a:lnTo>
                <a:cubicBezTo>
                  <a:pt x="122069" y="183583"/>
                  <a:pt x="122849" y="183355"/>
                  <a:pt x="123629" y="183095"/>
                </a:cubicBezTo>
                <a:close/>
                <a:moveTo>
                  <a:pt x="123890" y="182573"/>
                </a:moveTo>
                <a:lnTo>
                  <a:pt x="123695" y="182639"/>
                </a:lnTo>
                <a:cubicBezTo>
                  <a:pt x="122781" y="182932"/>
                  <a:pt x="121868" y="183193"/>
                  <a:pt x="120987" y="183454"/>
                </a:cubicBezTo>
                <a:lnTo>
                  <a:pt x="120791" y="183519"/>
                </a:lnTo>
                <a:lnTo>
                  <a:pt x="122455" y="189489"/>
                </a:lnTo>
                <a:lnTo>
                  <a:pt x="122651" y="189424"/>
                </a:lnTo>
                <a:cubicBezTo>
                  <a:pt x="123629" y="189130"/>
                  <a:pt x="124608" y="188836"/>
                  <a:pt x="125554" y="188543"/>
                </a:cubicBezTo>
                <a:lnTo>
                  <a:pt x="125750" y="188478"/>
                </a:lnTo>
                <a:lnTo>
                  <a:pt x="123890" y="182573"/>
                </a:lnTo>
                <a:close/>
                <a:moveTo>
                  <a:pt x="115409" y="185248"/>
                </a:moveTo>
                <a:lnTo>
                  <a:pt x="116518" y="190500"/>
                </a:lnTo>
                <a:cubicBezTo>
                  <a:pt x="115670" y="190663"/>
                  <a:pt x="114789" y="190826"/>
                  <a:pt x="113941" y="190989"/>
                </a:cubicBezTo>
                <a:lnTo>
                  <a:pt x="113028" y="185705"/>
                </a:lnTo>
                <a:cubicBezTo>
                  <a:pt x="113811" y="185574"/>
                  <a:pt x="114594" y="185411"/>
                  <a:pt x="115409" y="185248"/>
                </a:cubicBezTo>
                <a:close/>
                <a:moveTo>
                  <a:pt x="115703" y="184759"/>
                </a:moveTo>
                <a:lnTo>
                  <a:pt x="115507" y="184792"/>
                </a:lnTo>
                <a:cubicBezTo>
                  <a:pt x="114594" y="184987"/>
                  <a:pt x="113648" y="185150"/>
                  <a:pt x="112734" y="185313"/>
                </a:cubicBezTo>
                <a:lnTo>
                  <a:pt x="112539" y="185346"/>
                </a:lnTo>
                <a:lnTo>
                  <a:pt x="113615" y="191479"/>
                </a:lnTo>
                <a:lnTo>
                  <a:pt x="113811" y="191413"/>
                </a:lnTo>
                <a:cubicBezTo>
                  <a:pt x="114822" y="191250"/>
                  <a:pt x="115801" y="191055"/>
                  <a:pt x="116779" y="190859"/>
                </a:cubicBezTo>
                <a:lnTo>
                  <a:pt x="116975" y="190826"/>
                </a:lnTo>
                <a:lnTo>
                  <a:pt x="115703" y="184759"/>
                </a:lnTo>
                <a:close/>
                <a:moveTo>
                  <a:pt x="87682" y="186292"/>
                </a:moveTo>
                <a:cubicBezTo>
                  <a:pt x="88465" y="186390"/>
                  <a:pt x="89248" y="186488"/>
                  <a:pt x="90063" y="186586"/>
                </a:cubicBezTo>
                <a:lnTo>
                  <a:pt x="89574" y="191935"/>
                </a:lnTo>
                <a:cubicBezTo>
                  <a:pt x="88693" y="191837"/>
                  <a:pt x="87813" y="191740"/>
                  <a:pt x="86965" y="191642"/>
                </a:cubicBezTo>
                <a:lnTo>
                  <a:pt x="87682" y="186292"/>
                </a:lnTo>
                <a:close/>
                <a:moveTo>
                  <a:pt x="107026" y="186553"/>
                </a:moveTo>
                <a:lnTo>
                  <a:pt x="107580" y="191903"/>
                </a:lnTo>
                <a:cubicBezTo>
                  <a:pt x="106732" y="192001"/>
                  <a:pt x="105851" y="192066"/>
                  <a:pt x="105003" y="192131"/>
                </a:cubicBezTo>
                <a:lnTo>
                  <a:pt x="104612" y="186749"/>
                </a:lnTo>
                <a:cubicBezTo>
                  <a:pt x="105395" y="186716"/>
                  <a:pt x="106210" y="186618"/>
                  <a:pt x="107026" y="186553"/>
                </a:cubicBezTo>
                <a:close/>
                <a:moveTo>
                  <a:pt x="98545" y="186977"/>
                </a:moveTo>
                <a:lnTo>
                  <a:pt x="98577" y="192359"/>
                </a:lnTo>
                <a:lnTo>
                  <a:pt x="95968" y="192359"/>
                </a:lnTo>
                <a:lnTo>
                  <a:pt x="96131" y="186977"/>
                </a:lnTo>
                <a:close/>
                <a:moveTo>
                  <a:pt x="87323" y="185868"/>
                </a:moveTo>
                <a:lnTo>
                  <a:pt x="86508" y="192001"/>
                </a:lnTo>
                <a:lnTo>
                  <a:pt x="86736" y="192033"/>
                </a:lnTo>
                <a:cubicBezTo>
                  <a:pt x="87715" y="192164"/>
                  <a:pt x="88726" y="192261"/>
                  <a:pt x="89737" y="192359"/>
                </a:cubicBezTo>
                <a:lnTo>
                  <a:pt x="89933" y="192392"/>
                </a:lnTo>
                <a:lnTo>
                  <a:pt x="90520" y="186227"/>
                </a:lnTo>
                <a:lnTo>
                  <a:pt x="90324" y="186194"/>
                </a:lnTo>
                <a:cubicBezTo>
                  <a:pt x="89378" y="186096"/>
                  <a:pt x="88465" y="185998"/>
                  <a:pt x="87552" y="185868"/>
                </a:cubicBezTo>
                <a:close/>
                <a:moveTo>
                  <a:pt x="107385" y="186096"/>
                </a:moveTo>
                <a:lnTo>
                  <a:pt x="107156" y="186129"/>
                </a:lnTo>
                <a:cubicBezTo>
                  <a:pt x="106243" y="186227"/>
                  <a:pt x="105297" y="186325"/>
                  <a:pt x="104351" y="186390"/>
                </a:cubicBezTo>
                <a:lnTo>
                  <a:pt x="104155" y="186390"/>
                </a:lnTo>
                <a:lnTo>
                  <a:pt x="104612" y="192555"/>
                </a:lnTo>
                <a:lnTo>
                  <a:pt x="104808" y="192555"/>
                </a:lnTo>
                <a:cubicBezTo>
                  <a:pt x="105819" y="192490"/>
                  <a:pt x="106830" y="192392"/>
                  <a:pt x="107841" y="192294"/>
                </a:cubicBezTo>
                <a:lnTo>
                  <a:pt x="108037" y="192261"/>
                </a:lnTo>
                <a:lnTo>
                  <a:pt x="107385" y="186096"/>
                </a:lnTo>
                <a:close/>
                <a:moveTo>
                  <a:pt x="95739" y="186553"/>
                </a:moveTo>
                <a:lnTo>
                  <a:pt x="95544" y="192751"/>
                </a:lnTo>
                <a:lnTo>
                  <a:pt x="95739" y="192751"/>
                </a:lnTo>
                <a:cubicBezTo>
                  <a:pt x="96620" y="192783"/>
                  <a:pt x="97501" y="192783"/>
                  <a:pt x="98382" y="192783"/>
                </a:cubicBezTo>
                <a:lnTo>
                  <a:pt x="98969" y="192783"/>
                </a:lnTo>
                <a:lnTo>
                  <a:pt x="98936" y="186586"/>
                </a:lnTo>
                <a:lnTo>
                  <a:pt x="98740" y="186586"/>
                </a:lnTo>
                <a:cubicBezTo>
                  <a:pt x="97827" y="186586"/>
                  <a:pt x="96881" y="186553"/>
                  <a:pt x="95935" y="186553"/>
                </a:cubicBezTo>
                <a:close/>
                <a:moveTo>
                  <a:pt x="49158" y="157489"/>
                </a:moveTo>
                <a:cubicBezTo>
                  <a:pt x="51474" y="159576"/>
                  <a:pt x="53953" y="161534"/>
                  <a:pt x="56498" y="163295"/>
                </a:cubicBezTo>
                <a:cubicBezTo>
                  <a:pt x="61880" y="167014"/>
                  <a:pt x="67751" y="170015"/>
                  <a:pt x="73917" y="172168"/>
                </a:cubicBezTo>
                <a:lnTo>
                  <a:pt x="65501" y="196535"/>
                </a:lnTo>
                <a:cubicBezTo>
                  <a:pt x="57085" y="193599"/>
                  <a:pt x="49126" y="189554"/>
                  <a:pt x="41851" y="184498"/>
                </a:cubicBezTo>
                <a:cubicBezTo>
                  <a:pt x="38328" y="182084"/>
                  <a:pt x="35001" y="179442"/>
                  <a:pt x="31837" y="176604"/>
                </a:cubicBezTo>
                <a:lnTo>
                  <a:pt x="49158" y="157489"/>
                </a:lnTo>
                <a:close/>
                <a:moveTo>
                  <a:pt x="49093" y="156902"/>
                </a:moveTo>
                <a:lnTo>
                  <a:pt x="31250" y="176604"/>
                </a:lnTo>
                <a:lnTo>
                  <a:pt x="31413" y="176767"/>
                </a:lnTo>
                <a:cubicBezTo>
                  <a:pt x="34610" y="179670"/>
                  <a:pt x="38002" y="182378"/>
                  <a:pt x="41590" y="184857"/>
                </a:cubicBezTo>
                <a:cubicBezTo>
                  <a:pt x="48995" y="189945"/>
                  <a:pt x="57052" y="194056"/>
                  <a:pt x="65533" y="196991"/>
                </a:cubicBezTo>
                <a:lnTo>
                  <a:pt x="65729" y="197057"/>
                </a:lnTo>
                <a:lnTo>
                  <a:pt x="74406" y="171907"/>
                </a:lnTo>
                <a:lnTo>
                  <a:pt x="74210" y="171841"/>
                </a:lnTo>
                <a:cubicBezTo>
                  <a:pt x="68012" y="169689"/>
                  <a:pt x="62108" y="166720"/>
                  <a:pt x="56726" y="162969"/>
                </a:cubicBezTo>
                <a:cubicBezTo>
                  <a:pt x="54116" y="161175"/>
                  <a:pt x="51605" y="159185"/>
                  <a:pt x="49256" y="157065"/>
                </a:cubicBezTo>
                <a:lnTo>
                  <a:pt x="49093" y="156902"/>
                </a:lnTo>
                <a:close/>
                <a:moveTo>
                  <a:pt x="181203" y="165252"/>
                </a:moveTo>
                <a:cubicBezTo>
                  <a:pt x="178789" y="168514"/>
                  <a:pt x="176180" y="171646"/>
                  <a:pt x="173375" y="174614"/>
                </a:cubicBezTo>
                <a:lnTo>
                  <a:pt x="173114" y="174908"/>
                </a:lnTo>
                <a:lnTo>
                  <a:pt x="179050" y="180486"/>
                </a:lnTo>
                <a:cubicBezTo>
                  <a:pt x="178333" y="181269"/>
                  <a:pt x="177583" y="182051"/>
                  <a:pt x="176800" y="182802"/>
                </a:cubicBezTo>
                <a:cubicBezTo>
                  <a:pt x="169297" y="190304"/>
                  <a:pt x="160751" y="196730"/>
                  <a:pt x="151421" y="201852"/>
                </a:cubicBezTo>
                <a:lnTo>
                  <a:pt x="147540" y="194675"/>
                </a:lnTo>
                <a:lnTo>
                  <a:pt x="147181" y="194871"/>
                </a:lnTo>
                <a:cubicBezTo>
                  <a:pt x="141407" y="198003"/>
                  <a:pt x="135340" y="200580"/>
                  <a:pt x="129044" y="202569"/>
                </a:cubicBezTo>
                <a:lnTo>
                  <a:pt x="129305" y="203320"/>
                </a:lnTo>
                <a:cubicBezTo>
                  <a:pt x="135503" y="201362"/>
                  <a:pt x="141472" y="198851"/>
                  <a:pt x="147213" y="195784"/>
                </a:cubicBezTo>
                <a:lnTo>
                  <a:pt x="151095" y="202928"/>
                </a:lnTo>
                <a:lnTo>
                  <a:pt x="151454" y="202732"/>
                </a:lnTo>
                <a:cubicBezTo>
                  <a:pt x="160979" y="197546"/>
                  <a:pt x="169721" y="191022"/>
                  <a:pt x="177387" y="183356"/>
                </a:cubicBezTo>
                <a:cubicBezTo>
                  <a:pt x="178235" y="182508"/>
                  <a:pt x="179083" y="181627"/>
                  <a:pt x="179899" y="180747"/>
                </a:cubicBezTo>
                <a:lnTo>
                  <a:pt x="180192" y="180453"/>
                </a:lnTo>
                <a:lnTo>
                  <a:pt x="174255" y="174875"/>
                </a:lnTo>
                <a:cubicBezTo>
                  <a:pt x="176963" y="171972"/>
                  <a:pt x="179507" y="168906"/>
                  <a:pt x="181856" y="165742"/>
                </a:cubicBezTo>
                <a:lnTo>
                  <a:pt x="181203" y="165252"/>
                </a:lnTo>
                <a:close/>
                <a:moveTo>
                  <a:pt x="5872" y="151748"/>
                </a:moveTo>
                <a:lnTo>
                  <a:pt x="5154" y="152106"/>
                </a:lnTo>
                <a:cubicBezTo>
                  <a:pt x="10080" y="161534"/>
                  <a:pt x="16408" y="170113"/>
                  <a:pt x="23910" y="177615"/>
                </a:cubicBezTo>
                <a:cubicBezTo>
                  <a:pt x="24530" y="178268"/>
                  <a:pt x="25215" y="178920"/>
                  <a:pt x="26031" y="179670"/>
                </a:cubicBezTo>
                <a:lnTo>
                  <a:pt x="20453" y="185607"/>
                </a:lnTo>
                <a:lnTo>
                  <a:pt x="20746" y="185868"/>
                </a:lnTo>
                <a:cubicBezTo>
                  <a:pt x="28640" y="193305"/>
                  <a:pt x="37611" y="199536"/>
                  <a:pt x="47299" y="204429"/>
                </a:cubicBezTo>
                <a:lnTo>
                  <a:pt x="47658" y="204592"/>
                </a:lnTo>
                <a:lnTo>
                  <a:pt x="51311" y="197318"/>
                </a:lnTo>
                <a:cubicBezTo>
                  <a:pt x="57052" y="200155"/>
                  <a:pt x="63054" y="202504"/>
                  <a:pt x="69252" y="204233"/>
                </a:cubicBezTo>
                <a:lnTo>
                  <a:pt x="69480" y="203450"/>
                </a:lnTo>
                <a:cubicBezTo>
                  <a:pt x="63217" y="201689"/>
                  <a:pt x="57150" y="199340"/>
                  <a:pt x="51311" y="196437"/>
                </a:cubicBezTo>
                <a:lnTo>
                  <a:pt x="50952" y="196241"/>
                </a:lnTo>
                <a:lnTo>
                  <a:pt x="47299" y="203515"/>
                </a:lnTo>
                <a:cubicBezTo>
                  <a:pt x="37937" y="198785"/>
                  <a:pt x="29260" y="192751"/>
                  <a:pt x="21594" y="185574"/>
                </a:cubicBezTo>
                <a:lnTo>
                  <a:pt x="27172" y="179638"/>
                </a:lnTo>
                <a:lnTo>
                  <a:pt x="26879" y="179344"/>
                </a:lnTo>
                <a:cubicBezTo>
                  <a:pt x="25965" y="178496"/>
                  <a:pt x="25183" y="177746"/>
                  <a:pt x="24498" y="177061"/>
                </a:cubicBezTo>
                <a:cubicBezTo>
                  <a:pt x="17028" y="169591"/>
                  <a:pt x="10765" y="161077"/>
                  <a:pt x="5872" y="151748"/>
                </a:cubicBezTo>
                <a:close/>
                <a:moveTo>
                  <a:pt x="110157" y="203972"/>
                </a:moveTo>
                <a:lnTo>
                  <a:pt x="106667" y="206321"/>
                </a:lnTo>
                <a:lnTo>
                  <a:pt x="110353" y="208376"/>
                </a:lnTo>
                <a:lnTo>
                  <a:pt x="110353" y="208376"/>
                </a:lnTo>
                <a:lnTo>
                  <a:pt x="110157" y="203972"/>
                </a:lnTo>
                <a:close/>
                <a:moveTo>
                  <a:pt x="104905" y="204200"/>
                </a:moveTo>
                <a:lnTo>
                  <a:pt x="101415" y="206549"/>
                </a:lnTo>
                <a:lnTo>
                  <a:pt x="105101" y="208571"/>
                </a:lnTo>
                <a:lnTo>
                  <a:pt x="104905" y="204200"/>
                </a:lnTo>
                <a:close/>
                <a:moveTo>
                  <a:pt x="94630" y="204363"/>
                </a:moveTo>
                <a:lnTo>
                  <a:pt x="90814" y="206125"/>
                </a:lnTo>
                <a:lnTo>
                  <a:pt x="94108" y="208735"/>
                </a:lnTo>
                <a:lnTo>
                  <a:pt x="94630" y="204363"/>
                </a:lnTo>
                <a:close/>
                <a:moveTo>
                  <a:pt x="99882" y="204527"/>
                </a:moveTo>
                <a:lnTo>
                  <a:pt x="96196" y="206582"/>
                </a:lnTo>
                <a:lnTo>
                  <a:pt x="99686" y="208930"/>
                </a:lnTo>
                <a:lnTo>
                  <a:pt x="99882" y="204527"/>
                </a:lnTo>
                <a:close/>
              </a:path>
            </a:pathLst>
          </a:custGeom>
          <a:solidFill>
            <a:srgbClr val="847A00">
              <a:alpha val="31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239162" y="-1235812"/>
            <a:ext cx="2464500" cy="2464500"/>
            <a:chOff x="-1239162" y="-1235812"/>
            <a:chExt cx="2464500" cy="2464500"/>
          </a:xfrm>
        </p:grpSpPr>
        <p:sp>
          <p:nvSpPr>
            <p:cNvPr id="12" name="Google Shape;12;p2"/>
            <p:cNvSpPr/>
            <p:nvPr/>
          </p:nvSpPr>
          <p:spPr>
            <a:xfrm>
              <a:off x="-1239162" y="-1235812"/>
              <a:ext cx="2464500" cy="2464500"/>
            </a:xfrm>
            <a:prstGeom prst="pie">
              <a:avLst>
                <a:gd name="adj1" fmla="val 0"/>
                <a:gd name="adj2" fmla="val 335373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239162" y="-1235812"/>
              <a:ext cx="2464500" cy="2464500"/>
            </a:xfrm>
            <a:prstGeom prst="pie">
              <a:avLst>
                <a:gd name="adj1" fmla="val 4373144"/>
                <a:gd name="adj2" fmla="val 5394119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1036600" y="-1033250"/>
              <a:ext cx="2059500" cy="2059500"/>
            </a:xfrm>
            <a:prstGeom prst="pie">
              <a:avLst>
                <a:gd name="adj1" fmla="val 0"/>
                <a:gd name="adj2" fmla="val 537104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>
            <a:off x="7373273" y="2554679"/>
            <a:ext cx="1789351" cy="2587812"/>
          </a:xfrm>
          <a:custGeom>
            <a:avLst/>
            <a:gdLst/>
            <a:ahLst/>
            <a:cxnLst/>
            <a:rect l="l" t="t" r="r" b="b"/>
            <a:pathLst>
              <a:path w="61771" h="89335" extrusionOk="0">
                <a:moveTo>
                  <a:pt x="61279" y="0"/>
                </a:moveTo>
                <a:lnTo>
                  <a:pt x="50697" y="0"/>
                </a:lnTo>
                <a:lnTo>
                  <a:pt x="38023" y="12675"/>
                </a:lnTo>
                <a:lnTo>
                  <a:pt x="38023" y="36177"/>
                </a:lnTo>
                <a:lnTo>
                  <a:pt x="24118" y="36177"/>
                </a:lnTo>
                <a:lnTo>
                  <a:pt x="19688" y="40607"/>
                </a:lnTo>
                <a:lnTo>
                  <a:pt x="19688" y="69646"/>
                </a:lnTo>
                <a:lnTo>
                  <a:pt x="0" y="89335"/>
                </a:lnTo>
                <a:lnTo>
                  <a:pt x="61771" y="893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7895263" y="2695927"/>
            <a:ext cx="1246287" cy="2464631"/>
          </a:xfrm>
          <a:custGeom>
            <a:avLst/>
            <a:gdLst/>
            <a:ahLst/>
            <a:cxnLst/>
            <a:rect l="l" t="t" r="r" b="b"/>
            <a:pathLst>
              <a:path w="89516" h="177025" extrusionOk="0">
                <a:moveTo>
                  <a:pt x="42554" y="107571"/>
                </a:moveTo>
                <a:cubicBezTo>
                  <a:pt x="40943" y="107571"/>
                  <a:pt x="40153" y="105625"/>
                  <a:pt x="41278" y="104501"/>
                </a:cubicBezTo>
                <a:cubicBezTo>
                  <a:pt x="42402" y="103346"/>
                  <a:pt x="44348" y="104166"/>
                  <a:pt x="44348" y="105777"/>
                </a:cubicBezTo>
                <a:cubicBezTo>
                  <a:pt x="44348" y="106780"/>
                  <a:pt x="43557" y="107571"/>
                  <a:pt x="42554" y="107571"/>
                </a:cubicBezTo>
                <a:close/>
                <a:moveTo>
                  <a:pt x="42554" y="104713"/>
                </a:moveTo>
                <a:cubicBezTo>
                  <a:pt x="41612" y="104713"/>
                  <a:pt x="41156" y="105869"/>
                  <a:pt x="41825" y="106507"/>
                </a:cubicBezTo>
                <a:cubicBezTo>
                  <a:pt x="42463" y="107176"/>
                  <a:pt x="43588" y="106720"/>
                  <a:pt x="43588" y="105777"/>
                </a:cubicBezTo>
                <a:cubicBezTo>
                  <a:pt x="43588" y="105200"/>
                  <a:pt x="43132" y="104713"/>
                  <a:pt x="42554" y="104713"/>
                </a:cubicBezTo>
                <a:close/>
                <a:moveTo>
                  <a:pt x="42554" y="112434"/>
                </a:moveTo>
                <a:cubicBezTo>
                  <a:pt x="40943" y="112434"/>
                  <a:pt x="40153" y="110489"/>
                  <a:pt x="41278" y="109364"/>
                </a:cubicBezTo>
                <a:cubicBezTo>
                  <a:pt x="42402" y="108209"/>
                  <a:pt x="44348" y="109030"/>
                  <a:pt x="44348" y="110610"/>
                </a:cubicBezTo>
                <a:cubicBezTo>
                  <a:pt x="44348" y="111613"/>
                  <a:pt x="43557" y="112434"/>
                  <a:pt x="42554" y="112434"/>
                </a:cubicBezTo>
                <a:close/>
                <a:moveTo>
                  <a:pt x="42554" y="109577"/>
                </a:moveTo>
                <a:cubicBezTo>
                  <a:pt x="41612" y="109577"/>
                  <a:pt x="41156" y="110701"/>
                  <a:pt x="41825" y="111370"/>
                </a:cubicBezTo>
                <a:cubicBezTo>
                  <a:pt x="42463" y="112008"/>
                  <a:pt x="43588" y="111552"/>
                  <a:pt x="43588" y="110610"/>
                </a:cubicBezTo>
                <a:cubicBezTo>
                  <a:pt x="43588" y="110063"/>
                  <a:pt x="43132" y="109577"/>
                  <a:pt x="42554" y="109577"/>
                </a:cubicBezTo>
                <a:close/>
                <a:moveTo>
                  <a:pt x="39697" y="104713"/>
                </a:moveTo>
                <a:cubicBezTo>
                  <a:pt x="38086" y="104713"/>
                  <a:pt x="37296" y="102799"/>
                  <a:pt x="38420" y="101644"/>
                </a:cubicBezTo>
                <a:cubicBezTo>
                  <a:pt x="39575" y="100519"/>
                  <a:pt x="41521" y="101309"/>
                  <a:pt x="41521" y="102920"/>
                </a:cubicBezTo>
                <a:cubicBezTo>
                  <a:pt x="41521" y="103923"/>
                  <a:pt x="40700" y="104713"/>
                  <a:pt x="39697" y="104713"/>
                </a:cubicBezTo>
                <a:close/>
                <a:moveTo>
                  <a:pt x="39697" y="101887"/>
                </a:moveTo>
                <a:cubicBezTo>
                  <a:pt x="38785" y="101887"/>
                  <a:pt x="38299" y="103011"/>
                  <a:pt x="38968" y="103650"/>
                </a:cubicBezTo>
                <a:cubicBezTo>
                  <a:pt x="39636" y="104318"/>
                  <a:pt x="40761" y="103862"/>
                  <a:pt x="40761" y="102920"/>
                </a:cubicBezTo>
                <a:cubicBezTo>
                  <a:pt x="40761" y="102343"/>
                  <a:pt x="40275" y="101887"/>
                  <a:pt x="39697" y="101887"/>
                </a:cubicBezTo>
                <a:close/>
                <a:moveTo>
                  <a:pt x="36870" y="101887"/>
                </a:moveTo>
                <a:cubicBezTo>
                  <a:pt x="35259" y="101887"/>
                  <a:pt x="34439" y="99941"/>
                  <a:pt x="35594" y="98786"/>
                </a:cubicBezTo>
                <a:cubicBezTo>
                  <a:pt x="36718" y="97662"/>
                  <a:pt x="38664" y="98452"/>
                  <a:pt x="38664" y="100063"/>
                </a:cubicBezTo>
                <a:cubicBezTo>
                  <a:pt x="38664" y="101066"/>
                  <a:pt x="37843" y="101887"/>
                  <a:pt x="36870" y="101887"/>
                </a:cubicBezTo>
                <a:close/>
                <a:moveTo>
                  <a:pt x="36870" y="99030"/>
                </a:moveTo>
                <a:cubicBezTo>
                  <a:pt x="35928" y="99030"/>
                  <a:pt x="35472" y="100154"/>
                  <a:pt x="36110" y="100823"/>
                </a:cubicBezTo>
                <a:cubicBezTo>
                  <a:pt x="36779" y="101461"/>
                  <a:pt x="37904" y="101005"/>
                  <a:pt x="37904" y="100063"/>
                </a:cubicBezTo>
                <a:cubicBezTo>
                  <a:pt x="37904" y="99485"/>
                  <a:pt x="37417" y="99030"/>
                  <a:pt x="36870" y="99030"/>
                </a:cubicBezTo>
                <a:close/>
                <a:moveTo>
                  <a:pt x="13952" y="79941"/>
                </a:moveTo>
                <a:cubicBezTo>
                  <a:pt x="12341" y="79941"/>
                  <a:pt x="11551" y="77996"/>
                  <a:pt x="12675" y="76871"/>
                </a:cubicBezTo>
                <a:cubicBezTo>
                  <a:pt x="13830" y="75716"/>
                  <a:pt x="15776" y="76537"/>
                  <a:pt x="15776" y="78148"/>
                </a:cubicBezTo>
                <a:cubicBezTo>
                  <a:pt x="15776" y="79120"/>
                  <a:pt x="14955" y="79941"/>
                  <a:pt x="13952" y="79941"/>
                </a:cubicBezTo>
                <a:close/>
                <a:moveTo>
                  <a:pt x="13952" y="77084"/>
                </a:moveTo>
                <a:cubicBezTo>
                  <a:pt x="13040" y="77084"/>
                  <a:pt x="12554" y="78209"/>
                  <a:pt x="13222" y="78877"/>
                </a:cubicBezTo>
                <a:cubicBezTo>
                  <a:pt x="13891" y="79546"/>
                  <a:pt x="15016" y="79060"/>
                  <a:pt x="15016" y="78148"/>
                </a:cubicBezTo>
                <a:cubicBezTo>
                  <a:pt x="15016" y="77570"/>
                  <a:pt x="14529" y="77084"/>
                  <a:pt x="13952" y="77084"/>
                </a:cubicBezTo>
                <a:close/>
                <a:moveTo>
                  <a:pt x="53041" y="58603"/>
                </a:moveTo>
                <a:cubicBezTo>
                  <a:pt x="51430" y="58603"/>
                  <a:pt x="50640" y="56658"/>
                  <a:pt x="51764" y="55533"/>
                </a:cubicBezTo>
                <a:cubicBezTo>
                  <a:pt x="52889" y="54378"/>
                  <a:pt x="54834" y="55199"/>
                  <a:pt x="54834" y="56810"/>
                </a:cubicBezTo>
                <a:cubicBezTo>
                  <a:pt x="54834" y="57783"/>
                  <a:pt x="54044" y="58603"/>
                  <a:pt x="53041" y="58603"/>
                </a:cubicBezTo>
                <a:close/>
                <a:moveTo>
                  <a:pt x="53041" y="55746"/>
                </a:moveTo>
                <a:cubicBezTo>
                  <a:pt x="52099" y="55746"/>
                  <a:pt x="51643" y="56871"/>
                  <a:pt x="52311" y="57540"/>
                </a:cubicBezTo>
                <a:cubicBezTo>
                  <a:pt x="52950" y="58208"/>
                  <a:pt x="54074" y="57722"/>
                  <a:pt x="54074" y="56810"/>
                </a:cubicBezTo>
                <a:cubicBezTo>
                  <a:pt x="54074" y="56233"/>
                  <a:pt x="53618" y="55746"/>
                  <a:pt x="53041" y="55777"/>
                </a:cubicBezTo>
                <a:close/>
                <a:moveTo>
                  <a:pt x="63740" y="4226"/>
                </a:moveTo>
                <a:cubicBezTo>
                  <a:pt x="62129" y="4226"/>
                  <a:pt x="61308" y="2280"/>
                  <a:pt x="62463" y="1156"/>
                </a:cubicBezTo>
                <a:cubicBezTo>
                  <a:pt x="63588" y="1"/>
                  <a:pt x="65533" y="821"/>
                  <a:pt x="65533" y="2432"/>
                </a:cubicBezTo>
                <a:cubicBezTo>
                  <a:pt x="65533" y="3435"/>
                  <a:pt x="64713" y="4226"/>
                  <a:pt x="63740" y="4226"/>
                </a:cubicBezTo>
                <a:close/>
                <a:moveTo>
                  <a:pt x="63740" y="1399"/>
                </a:moveTo>
                <a:cubicBezTo>
                  <a:pt x="62798" y="1399"/>
                  <a:pt x="62342" y="2524"/>
                  <a:pt x="62980" y="3162"/>
                </a:cubicBezTo>
                <a:cubicBezTo>
                  <a:pt x="63649" y="3831"/>
                  <a:pt x="64774" y="3375"/>
                  <a:pt x="64774" y="2432"/>
                </a:cubicBezTo>
                <a:cubicBezTo>
                  <a:pt x="64774" y="1855"/>
                  <a:pt x="64287" y="1399"/>
                  <a:pt x="63740" y="1399"/>
                </a:cubicBezTo>
                <a:close/>
                <a:moveTo>
                  <a:pt x="54165" y="14013"/>
                </a:moveTo>
                <a:cubicBezTo>
                  <a:pt x="52554" y="14013"/>
                  <a:pt x="51734" y="12068"/>
                  <a:pt x="52889" y="10943"/>
                </a:cubicBezTo>
                <a:cubicBezTo>
                  <a:pt x="54013" y="9788"/>
                  <a:pt x="55959" y="10609"/>
                  <a:pt x="55959" y="12220"/>
                </a:cubicBezTo>
                <a:cubicBezTo>
                  <a:pt x="55959" y="13223"/>
                  <a:pt x="55168" y="14013"/>
                  <a:pt x="54165" y="14013"/>
                </a:cubicBezTo>
                <a:close/>
                <a:moveTo>
                  <a:pt x="54165" y="11156"/>
                </a:moveTo>
                <a:cubicBezTo>
                  <a:pt x="53223" y="11156"/>
                  <a:pt x="52767" y="12281"/>
                  <a:pt x="53406" y="12949"/>
                </a:cubicBezTo>
                <a:cubicBezTo>
                  <a:pt x="54074" y="13618"/>
                  <a:pt x="55199" y="13132"/>
                  <a:pt x="55199" y="12220"/>
                </a:cubicBezTo>
                <a:cubicBezTo>
                  <a:pt x="55199" y="11642"/>
                  <a:pt x="54743" y="11156"/>
                  <a:pt x="54165" y="11156"/>
                </a:cubicBezTo>
                <a:close/>
                <a:moveTo>
                  <a:pt x="74743" y="74105"/>
                </a:moveTo>
                <a:lnTo>
                  <a:pt x="74743" y="64622"/>
                </a:lnTo>
                <a:lnTo>
                  <a:pt x="89333" y="50032"/>
                </a:lnTo>
                <a:lnTo>
                  <a:pt x="88786" y="49485"/>
                </a:lnTo>
                <a:lnTo>
                  <a:pt x="73983" y="64318"/>
                </a:lnTo>
                <a:lnTo>
                  <a:pt x="73983" y="73801"/>
                </a:lnTo>
                <a:lnTo>
                  <a:pt x="44044" y="103741"/>
                </a:lnTo>
                <a:lnTo>
                  <a:pt x="44560" y="104288"/>
                </a:lnTo>
                <a:close/>
                <a:moveTo>
                  <a:pt x="72008" y="71157"/>
                </a:moveTo>
                <a:lnTo>
                  <a:pt x="72008" y="61673"/>
                </a:lnTo>
                <a:lnTo>
                  <a:pt x="89212" y="44439"/>
                </a:lnTo>
                <a:lnTo>
                  <a:pt x="88665" y="43922"/>
                </a:lnTo>
                <a:lnTo>
                  <a:pt x="71248" y="61369"/>
                </a:lnTo>
                <a:lnTo>
                  <a:pt x="71248" y="70853"/>
                </a:lnTo>
                <a:lnTo>
                  <a:pt x="41278" y="100792"/>
                </a:lnTo>
                <a:lnTo>
                  <a:pt x="41825" y="101340"/>
                </a:lnTo>
                <a:close/>
                <a:moveTo>
                  <a:pt x="69242" y="68239"/>
                </a:moveTo>
                <a:lnTo>
                  <a:pt x="69242" y="58725"/>
                </a:lnTo>
                <a:lnTo>
                  <a:pt x="89212" y="38755"/>
                </a:lnTo>
                <a:lnTo>
                  <a:pt x="88665" y="38208"/>
                </a:lnTo>
                <a:lnTo>
                  <a:pt x="68482" y="58421"/>
                </a:lnTo>
                <a:lnTo>
                  <a:pt x="68482" y="67904"/>
                </a:lnTo>
                <a:lnTo>
                  <a:pt x="38542" y="97874"/>
                </a:lnTo>
                <a:lnTo>
                  <a:pt x="39059" y="98391"/>
                </a:lnTo>
                <a:close/>
                <a:moveTo>
                  <a:pt x="66384" y="64986"/>
                </a:moveTo>
                <a:lnTo>
                  <a:pt x="66384" y="55503"/>
                </a:lnTo>
                <a:lnTo>
                  <a:pt x="76597" y="45321"/>
                </a:lnTo>
                <a:lnTo>
                  <a:pt x="76597" y="25807"/>
                </a:lnTo>
                <a:lnTo>
                  <a:pt x="88938" y="25807"/>
                </a:lnTo>
                <a:lnTo>
                  <a:pt x="88938" y="25047"/>
                </a:lnTo>
                <a:lnTo>
                  <a:pt x="75838" y="25047"/>
                </a:lnTo>
                <a:lnTo>
                  <a:pt x="75838" y="44986"/>
                </a:lnTo>
                <a:lnTo>
                  <a:pt x="65625" y="55199"/>
                </a:lnTo>
                <a:lnTo>
                  <a:pt x="65625" y="64683"/>
                </a:lnTo>
                <a:lnTo>
                  <a:pt x="52554" y="77753"/>
                </a:lnTo>
                <a:lnTo>
                  <a:pt x="16536" y="77753"/>
                </a:lnTo>
                <a:lnTo>
                  <a:pt x="16536" y="78512"/>
                </a:lnTo>
                <a:lnTo>
                  <a:pt x="52889" y="78512"/>
                </a:lnTo>
                <a:close/>
                <a:moveTo>
                  <a:pt x="52706" y="102920"/>
                </a:moveTo>
                <a:cubicBezTo>
                  <a:pt x="51095" y="102920"/>
                  <a:pt x="50305" y="100975"/>
                  <a:pt x="51430" y="99850"/>
                </a:cubicBezTo>
                <a:cubicBezTo>
                  <a:pt x="52585" y="98695"/>
                  <a:pt x="54530" y="99516"/>
                  <a:pt x="54530" y="101127"/>
                </a:cubicBezTo>
                <a:cubicBezTo>
                  <a:pt x="54530" y="102099"/>
                  <a:pt x="53709" y="102920"/>
                  <a:pt x="52737" y="102920"/>
                </a:cubicBezTo>
                <a:close/>
                <a:moveTo>
                  <a:pt x="52706" y="100063"/>
                </a:moveTo>
                <a:cubicBezTo>
                  <a:pt x="51795" y="100063"/>
                  <a:pt x="51308" y="101188"/>
                  <a:pt x="51977" y="101856"/>
                </a:cubicBezTo>
                <a:cubicBezTo>
                  <a:pt x="52646" y="102525"/>
                  <a:pt x="53770" y="102039"/>
                  <a:pt x="53770" y="101127"/>
                </a:cubicBezTo>
                <a:cubicBezTo>
                  <a:pt x="53770" y="100549"/>
                  <a:pt x="53314" y="100093"/>
                  <a:pt x="52737" y="100063"/>
                </a:cubicBezTo>
                <a:close/>
                <a:moveTo>
                  <a:pt x="33223" y="122404"/>
                </a:moveTo>
                <a:cubicBezTo>
                  <a:pt x="31612" y="122404"/>
                  <a:pt x="30822" y="120458"/>
                  <a:pt x="31946" y="119334"/>
                </a:cubicBezTo>
                <a:cubicBezTo>
                  <a:pt x="33101" y="118179"/>
                  <a:pt x="35047" y="118999"/>
                  <a:pt x="35047" y="120610"/>
                </a:cubicBezTo>
                <a:cubicBezTo>
                  <a:pt x="35047" y="121583"/>
                  <a:pt x="34226" y="122404"/>
                  <a:pt x="33253" y="122404"/>
                </a:cubicBezTo>
                <a:close/>
                <a:moveTo>
                  <a:pt x="33223" y="119547"/>
                </a:moveTo>
                <a:cubicBezTo>
                  <a:pt x="32281" y="119547"/>
                  <a:pt x="31825" y="120671"/>
                  <a:pt x="32493" y="121340"/>
                </a:cubicBezTo>
                <a:cubicBezTo>
                  <a:pt x="33132" y="122009"/>
                  <a:pt x="34287" y="121522"/>
                  <a:pt x="34287" y="120610"/>
                </a:cubicBezTo>
                <a:cubicBezTo>
                  <a:pt x="34287" y="120033"/>
                  <a:pt x="33800" y="119577"/>
                  <a:pt x="33253" y="119547"/>
                </a:cubicBezTo>
                <a:close/>
                <a:moveTo>
                  <a:pt x="59789" y="147632"/>
                </a:moveTo>
                <a:cubicBezTo>
                  <a:pt x="58178" y="147632"/>
                  <a:pt x="57357" y="145687"/>
                  <a:pt x="58512" y="144562"/>
                </a:cubicBezTo>
                <a:cubicBezTo>
                  <a:pt x="59637" y="143407"/>
                  <a:pt x="61582" y="144228"/>
                  <a:pt x="61582" y="145839"/>
                </a:cubicBezTo>
                <a:cubicBezTo>
                  <a:pt x="61582" y="146811"/>
                  <a:pt x="60792" y="147632"/>
                  <a:pt x="59789" y="147632"/>
                </a:cubicBezTo>
                <a:close/>
                <a:moveTo>
                  <a:pt x="59789" y="144775"/>
                </a:moveTo>
                <a:cubicBezTo>
                  <a:pt x="58846" y="144775"/>
                  <a:pt x="58390" y="145930"/>
                  <a:pt x="59029" y="146568"/>
                </a:cubicBezTo>
                <a:cubicBezTo>
                  <a:pt x="59697" y="147237"/>
                  <a:pt x="60822" y="146781"/>
                  <a:pt x="60822" y="145839"/>
                </a:cubicBezTo>
                <a:cubicBezTo>
                  <a:pt x="60822" y="145261"/>
                  <a:pt x="60366" y="144805"/>
                  <a:pt x="59789" y="144805"/>
                </a:cubicBezTo>
                <a:close/>
                <a:moveTo>
                  <a:pt x="54682" y="169456"/>
                </a:moveTo>
                <a:cubicBezTo>
                  <a:pt x="53071" y="169456"/>
                  <a:pt x="52250" y="167511"/>
                  <a:pt x="53406" y="166386"/>
                </a:cubicBezTo>
                <a:cubicBezTo>
                  <a:pt x="54530" y="165231"/>
                  <a:pt x="56475" y="166052"/>
                  <a:pt x="56475" y="167632"/>
                </a:cubicBezTo>
                <a:cubicBezTo>
                  <a:pt x="56475" y="168635"/>
                  <a:pt x="55685" y="169456"/>
                  <a:pt x="54682" y="169456"/>
                </a:cubicBezTo>
                <a:close/>
                <a:moveTo>
                  <a:pt x="54682" y="166599"/>
                </a:moveTo>
                <a:cubicBezTo>
                  <a:pt x="53740" y="166599"/>
                  <a:pt x="53284" y="167724"/>
                  <a:pt x="53922" y="168392"/>
                </a:cubicBezTo>
                <a:cubicBezTo>
                  <a:pt x="54591" y="169031"/>
                  <a:pt x="55716" y="168575"/>
                  <a:pt x="55716" y="167632"/>
                </a:cubicBezTo>
                <a:cubicBezTo>
                  <a:pt x="55716" y="167085"/>
                  <a:pt x="55260" y="166599"/>
                  <a:pt x="54682" y="166599"/>
                </a:cubicBezTo>
                <a:close/>
                <a:moveTo>
                  <a:pt x="76506" y="102555"/>
                </a:moveTo>
                <a:cubicBezTo>
                  <a:pt x="74895" y="102555"/>
                  <a:pt x="74075" y="100610"/>
                  <a:pt x="75230" y="99455"/>
                </a:cubicBezTo>
                <a:cubicBezTo>
                  <a:pt x="76354" y="98330"/>
                  <a:pt x="78300" y="99121"/>
                  <a:pt x="78300" y="100732"/>
                </a:cubicBezTo>
                <a:cubicBezTo>
                  <a:pt x="78300" y="101735"/>
                  <a:pt x="77509" y="102525"/>
                  <a:pt x="76506" y="102555"/>
                </a:cubicBezTo>
                <a:close/>
                <a:moveTo>
                  <a:pt x="76506" y="99698"/>
                </a:moveTo>
                <a:cubicBezTo>
                  <a:pt x="75564" y="99698"/>
                  <a:pt x="75108" y="100823"/>
                  <a:pt x="75746" y="101492"/>
                </a:cubicBezTo>
                <a:cubicBezTo>
                  <a:pt x="76415" y="102130"/>
                  <a:pt x="77540" y="101674"/>
                  <a:pt x="77540" y="100732"/>
                </a:cubicBezTo>
                <a:cubicBezTo>
                  <a:pt x="77540" y="100154"/>
                  <a:pt x="77084" y="99698"/>
                  <a:pt x="76506" y="99698"/>
                </a:cubicBezTo>
                <a:close/>
                <a:moveTo>
                  <a:pt x="64014" y="109486"/>
                </a:moveTo>
                <a:cubicBezTo>
                  <a:pt x="62403" y="109486"/>
                  <a:pt x="61612" y="107540"/>
                  <a:pt x="62737" y="106385"/>
                </a:cubicBezTo>
                <a:cubicBezTo>
                  <a:pt x="63892" y="105261"/>
                  <a:pt x="65837" y="106051"/>
                  <a:pt x="65837" y="107662"/>
                </a:cubicBezTo>
                <a:cubicBezTo>
                  <a:pt x="65837" y="108665"/>
                  <a:pt x="65017" y="109486"/>
                  <a:pt x="64014" y="109486"/>
                </a:cubicBezTo>
                <a:close/>
                <a:moveTo>
                  <a:pt x="64014" y="106628"/>
                </a:moveTo>
                <a:cubicBezTo>
                  <a:pt x="63071" y="106628"/>
                  <a:pt x="62615" y="107753"/>
                  <a:pt x="63284" y="108422"/>
                </a:cubicBezTo>
                <a:cubicBezTo>
                  <a:pt x="63922" y="109060"/>
                  <a:pt x="65077" y="108604"/>
                  <a:pt x="65077" y="107662"/>
                </a:cubicBezTo>
                <a:cubicBezTo>
                  <a:pt x="65077" y="107084"/>
                  <a:pt x="64591" y="106628"/>
                  <a:pt x="64014" y="106628"/>
                </a:cubicBezTo>
                <a:close/>
                <a:moveTo>
                  <a:pt x="71157" y="123832"/>
                </a:moveTo>
                <a:cubicBezTo>
                  <a:pt x="69546" y="123832"/>
                  <a:pt x="68725" y="121887"/>
                  <a:pt x="69880" y="120762"/>
                </a:cubicBezTo>
                <a:cubicBezTo>
                  <a:pt x="71005" y="119607"/>
                  <a:pt x="72950" y="120428"/>
                  <a:pt x="72950" y="122039"/>
                </a:cubicBezTo>
                <a:cubicBezTo>
                  <a:pt x="72950" y="123012"/>
                  <a:pt x="72129" y="123832"/>
                  <a:pt x="71157" y="123832"/>
                </a:cubicBezTo>
                <a:close/>
                <a:moveTo>
                  <a:pt x="71157" y="120975"/>
                </a:moveTo>
                <a:cubicBezTo>
                  <a:pt x="70214" y="120975"/>
                  <a:pt x="69758" y="122100"/>
                  <a:pt x="70397" y="122768"/>
                </a:cubicBezTo>
                <a:cubicBezTo>
                  <a:pt x="71065" y="123437"/>
                  <a:pt x="72190" y="122951"/>
                  <a:pt x="72190" y="122039"/>
                </a:cubicBezTo>
                <a:cubicBezTo>
                  <a:pt x="72190" y="121461"/>
                  <a:pt x="71734" y="120975"/>
                  <a:pt x="71157" y="120975"/>
                </a:cubicBezTo>
                <a:close/>
                <a:moveTo>
                  <a:pt x="81886" y="113467"/>
                </a:moveTo>
                <a:cubicBezTo>
                  <a:pt x="80275" y="113467"/>
                  <a:pt x="79485" y="111552"/>
                  <a:pt x="80610" y="110397"/>
                </a:cubicBezTo>
                <a:cubicBezTo>
                  <a:pt x="81765" y="109273"/>
                  <a:pt x="83710" y="110063"/>
                  <a:pt x="83710" y="111674"/>
                </a:cubicBezTo>
                <a:cubicBezTo>
                  <a:pt x="83710" y="112677"/>
                  <a:pt x="82889" y="113467"/>
                  <a:pt x="81886" y="113467"/>
                </a:cubicBezTo>
                <a:close/>
                <a:moveTo>
                  <a:pt x="81886" y="110641"/>
                </a:moveTo>
                <a:cubicBezTo>
                  <a:pt x="80944" y="110641"/>
                  <a:pt x="80488" y="111765"/>
                  <a:pt x="81157" y="112404"/>
                </a:cubicBezTo>
                <a:cubicBezTo>
                  <a:pt x="81795" y="113072"/>
                  <a:pt x="82950" y="112616"/>
                  <a:pt x="82950" y="111674"/>
                </a:cubicBezTo>
                <a:cubicBezTo>
                  <a:pt x="82950" y="111097"/>
                  <a:pt x="82464" y="110641"/>
                  <a:pt x="81886" y="110641"/>
                </a:cubicBezTo>
                <a:close/>
                <a:moveTo>
                  <a:pt x="68816" y="141067"/>
                </a:moveTo>
                <a:cubicBezTo>
                  <a:pt x="67205" y="141067"/>
                  <a:pt x="66384" y="139121"/>
                  <a:pt x="67540" y="137966"/>
                </a:cubicBezTo>
                <a:cubicBezTo>
                  <a:pt x="68664" y="136842"/>
                  <a:pt x="70609" y="137632"/>
                  <a:pt x="70609" y="139243"/>
                </a:cubicBezTo>
                <a:cubicBezTo>
                  <a:pt x="70609" y="140246"/>
                  <a:pt x="69819" y="141067"/>
                  <a:pt x="68816" y="141067"/>
                </a:cubicBezTo>
                <a:close/>
                <a:moveTo>
                  <a:pt x="68816" y="138209"/>
                </a:moveTo>
                <a:cubicBezTo>
                  <a:pt x="67874" y="138209"/>
                  <a:pt x="67418" y="139334"/>
                  <a:pt x="68087" y="139972"/>
                </a:cubicBezTo>
                <a:cubicBezTo>
                  <a:pt x="68725" y="140641"/>
                  <a:pt x="69850" y="140185"/>
                  <a:pt x="69850" y="139243"/>
                </a:cubicBezTo>
                <a:cubicBezTo>
                  <a:pt x="69850" y="138665"/>
                  <a:pt x="69394" y="138209"/>
                  <a:pt x="68816" y="138209"/>
                </a:cubicBezTo>
                <a:close/>
                <a:moveTo>
                  <a:pt x="73467" y="141067"/>
                </a:moveTo>
                <a:cubicBezTo>
                  <a:pt x="71856" y="141067"/>
                  <a:pt x="71065" y="139121"/>
                  <a:pt x="72190" y="137966"/>
                </a:cubicBezTo>
                <a:cubicBezTo>
                  <a:pt x="73345" y="136842"/>
                  <a:pt x="75290" y="137632"/>
                  <a:pt x="75290" y="139243"/>
                </a:cubicBezTo>
                <a:cubicBezTo>
                  <a:pt x="75290" y="140246"/>
                  <a:pt x="74470" y="141067"/>
                  <a:pt x="73467" y="141067"/>
                </a:cubicBezTo>
                <a:close/>
                <a:moveTo>
                  <a:pt x="73467" y="138209"/>
                </a:moveTo>
                <a:cubicBezTo>
                  <a:pt x="72555" y="138209"/>
                  <a:pt x="72068" y="139334"/>
                  <a:pt x="72737" y="139972"/>
                </a:cubicBezTo>
                <a:cubicBezTo>
                  <a:pt x="73406" y="140641"/>
                  <a:pt x="74531" y="140185"/>
                  <a:pt x="74531" y="139243"/>
                </a:cubicBezTo>
                <a:cubicBezTo>
                  <a:pt x="74531" y="138665"/>
                  <a:pt x="74044" y="138209"/>
                  <a:pt x="73467" y="138209"/>
                </a:cubicBezTo>
                <a:close/>
                <a:moveTo>
                  <a:pt x="78148" y="141067"/>
                </a:moveTo>
                <a:cubicBezTo>
                  <a:pt x="76537" y="141067"/>
                  <a:pt x="75716" y="139121"/>
                  <a:pt x="76871" y="137966"/>
                </a:cubicBezTo>
                <a:cubicBezTo>
                  <a:pt x="77996" y="136842"/>
                  <a:pt x="79941" y="137632"/>
                  <a:pt x="79941" y="139243"/>
                </a:cubicBezTo>
                <a:cubicBezTo>
                  <a:pt x="79941" y="140246"/>
                  <a:pt x="79151" y="141036"/>
                  <a:pt x="78148" y="141067"/>
                </a:cubicBezTo>
                <a:close/>
                <a:moveTo>
                  <a:pt x="78148" y="138209"/>
                </a:moveTo>
                <a:cubicBezTo>
                  <a:pt x="77205" y="138209"/>
                  <a:pt x="76749" y="139334"/>
                  <a:pt x="77388" y="139972"/>
                </a:cubicBezTo>
                <a:cubicBezTo>
                  <a:pt x="78056" y="140641"/>
                  <a:pt x="79181" y="140185"/>
                  <a:pt x="79181" y="139243"/>
                </a:cubicBezTo>
                <a:cubicBezTo>
                  <a:pt x="79181" y="138665"/>
                  <a:pt x="78725" y="138209"/>
                  <a:pt x="78148" y="138209"/>
                </a:cubicBezTo>
                <a:close/>
                <a:moveTo>
                  <a:pt x="13952" y="164228"/>
                </a:moveTo>
                <a:cubicBezTo>
                  <a:pt x="12341" y="164228"/>
                  <a:pt x="11551" y="162283"/>
                  <a:pt x="12675" y="161158"/>
                </a:cubicBezTo>
                <a:cubicBezTo>
                  <a:pt x="13830" y="160003"/>
                  <a:pt x="15776" y="160824"/>
                  <a:pt x="15776" y="162435"/>
                </a:cubicBezTo>
                <a:cubicBezTo>
                  <a:pt x="15776" y="163407"/>
                  <a:pt x="14955" y="164228"/>
                  <a:pt x="13952" y="164228"/>
                </a:cubicBezTo>
                <a:close/>
                <a:moveTo>
                  <a:pt x="13952" y="161371"/>
                </a:moveTo>
                <a:cubicBezTo>
                  <a:pt x="13040" y="161371"/>
                  <a:pt x="12554" y="162495"/>
                  <a:pt x="13222" y="163164"/>
                </a:cubicBezTo>
                <a:cubicBezTo>
                  <a:pt x="13891" y="163833"/>
                  <a:pt x="15016" y="163347"/>
                  <a:pt x="15016" y="162435"/>
                </a:cubicBezTo>
                <a:cubicBezTo>
                  <a:pt x="14985" y="161857"/>
                  <a:pt x="14529" y="161401"/>
                  <a:pt x="13952" y="161401"/>
                </a:cubicBezTo>
                <a:close/>
                <a:moveTo>
                  <a:pt x="11490" y="147237"/>
                </a:moveTo>
                <a:cubicBezTo>
                  <a:pt x="9879" y="147237"/>
                  <a:pt x="9089" y="145292"/>
                  <a:pt x="10213" y="144167"/>
                </a:cubicBezTo>
                <a:cubicBezTo>
                  <a:pt x="11338" y="143042"/>
                  <a:pt x="13283" y="143833"/>
                  <a:pt x="13283" y="145444"/>
                </a:cubicBezTo>
                <a:cubicBezTo>
                  <a:pt x="13314" y="146447"/>
                  <a:pt x="12493" y="147267"/>
                  <a:pt x="11490" y="147267"/>
                </a:cubicBezTo>
                <a:close/>
                <a:moveTo>
                  <a:pt x="11490" y="144410"/>
                </a:moveTo>
                <a:cubicBezTo>
                  <a:pt x="10548" y="144410"/>
                  <a:pt x="10092" y="145535"/>
                  <a:pt x="10760" y="146173"/>
                </a:cubicBezTo>
                <a:cubicBezTo>
                  <a:pt x="11399" y="146842"/>
                  <a:pt x="12523" y="146386"/>
                  <a:pt x="12523" y="145444"/>
                </a:cubicBezTo>
                <a:cubicBezTo>
                  <a:pt x="12523" y="144866"/>
                  <a:pt x="12067" y="144410"/>
                  <a:pt x="11490" y="144410"/>
                </a:cubicBezTo>
                <a:close/>
                <a:moveTo>
                  <a:pt x="62828" y="144592"/>
                </a:moveTo>
                <a:cubicBezTo>
                  <a:pt x="61217" y="144592"/>
                  <a:pt x="60427" y="142647"/>
                  <a:pt x="61552" y="141492"/>
                </a:cubicBezTo>
                <a:cubicBezTo>
                  <a:pt x="62707" y="140367"/>
                  <a:pt x="64652" y="141158"/>
                  <a:pt x="64652" y="142769"/>
                </a:cubicBezTo>
                <a:cubicBezTo>
                  <a:pt x="64652" y="143772"/>
                  <a:pt x="63831" y="144592"/>
                  <a:pt x="62828" y="144592"/>
                </a:cubicBezTo>
                <a:close/>
                <a:moveTo>
                  <a:pt x="62828" y="141735"/>
                </a:moveTo>
                <a:cubicBezTo>
                  <a:pt x="61886" y="141735"/>
                  <a:pt x="61430" y="142860"/>
                  <a:pt x="62099" y="143529"/>
                </a:cubicBezTo>
                <a:cubicBezTo>
                  <a:pt x="62737" y="144167"/>
                  <a:pt x="63892" y="143711"/>
                  <a:pt x="63892" y="142769"/>
                </a:cubicBezTo>
                <a:cubicBezTo>
                  <a:pt x="63862" y="142191"/>
                  <a:pt x="63406" y="141735"/>
                  <a:pt x="62828" y="141735"/>
                </a:cubicBezTo>
                <a:close/>
                <a:moveTo>
                  <a:pt x="59789" y="152009"/>
                </a:moveTo>
                <a:cubicBezTo>
                  <a:pt x="58178" y="152009"/>
                  <a:pt x="57387" y="150064"/>
                  <a:pt x="58512" y="148939"/>
                </a:cubicBezTo>
                <a:cubicBezTo>
                  <a:pt x="59667" y="147784"/>
                  <a:pt x="61612" y="148605"/>
                  <a:pt x="61612" y="150216"/>
                </a:cubicBezTo>
                <a:cubicBezTo>
                  <a:pt x="61612" y="151219"/>
                  <a:pt x="60792" y="152009"/>
                  <a:pt x="59789" y="152009"/>
                </a:cubicBezTo>
                <a:close/>
                <a:moveTo>
                  <a:pt x="59789" y="149152"/>
                </a:moveTo>
                <a:cubicBezTo>
                  <a:pt x="58846" y="149152"/>
                  <a:pt x="58390" y="150276"/>
                  <a:pt x="59059" y="150945"/>
                </a:cubicBezTo>
                <a:cubicBezTo>
                  <a:pt x="59697" y="151614"/>
                  <a:pt x="60852" y="151128"/>
                  <a:pt x="60852" y="150216"/>
                </a:cubicBezTo>
                <a:cubicBezTo>
                  <a:pt x="60822" y="149638"/>
                  <a:pt x="60366" y="149182"/>
                  <a:pt x="59789" y="149182"/>
                </a:cubicBezTo>
                <a:close/>
                <a:moveTo>
                  <a:pt x="59789" y="156386"/>
                </a:moveTo>
                <a:cubicBezTo>
                  <a:pt x="58178" y="156386"/>
                  <a:pt x="57387" y="154441"/>
                  <a:pt x="58512" y="153286"/>
                </a:cubicBezTo>
                <a:cubicBezTo>
                  <a:pt x="59667" y="152161"/>
                  <a:pt x="61612" y="152951"/>
                  <a:pt x="61612" y="154562"/>
                </a:cubicBezTo>
                <a:cubicBezTo>
                  <a:pt x="61612" y="155596"/>
                  <a:pt x="60792" y="156416"/>
                  <a:pt x="59789" y="156416"/>
                </a:cubicBezTo>
                <a:close/>
                <a:moveTo>
                  <a:pt x="59789" y="153529"/>
                </a:moveTo>
                <a:cubicBezTo>
                  <a:pt x="58846" y="153529"/>
                  <a:pt x="58390" y="154653"/>
                  <a:pt x="59059" y="155322"/>
                </a:cubicBezTo>
                <a:cubicBezTo>
                  <a:pt x="59697" y="155960"/>
                  <a:pt x="60852" y="155504"/>
                  <a:pt x="60852" y="154562"/>
                </a:cubicBezTo>
                <a:cubicBezTo>
                  <a:pt x="60822" y="154015"/>
                  <a:pt x="60366" y="153559"/>
                  <a:pt x="59789" y="153559"/>
                </a:cubicBezTo>
                <a:close/>
                <a:moveTo>
                  <a:pt x="80458" y="162192"/>
                </a:moveTo>
                <a:cubicBezTo>
                  <a:pt x="78847" y="162192"/>
                  <a:pt x="78056" y="160246"/>
                  <a:pt x="79181" y="159122"/>
                </a:cubicBezTo>
                <a:cubicBezTo>
                  <a:pt x="80336" y="157997"/>
                  <a:pt x="82281" y="158787"/>
                  <a:pt x="82281" y="160398"/>
                </a:cubicBezTo>
                <a:cubicBezTo>
                  <a:pt x="82281" y="161401"/>
                  <a:pt x="81461" y="162222"/>
                  <a:pt x="80458" y="162222"/>
                </a:cubicBezTo>
                <a:close/>
                <a:moveTo>
                  <a:pt x="80458" y="159365"/>
                </a:moveTo>
                <a:cubicBezTo>
                  <a:pt x="79546" y="159365"/>
                  <a:pt x="79059" y="160489"/>
                  <a:pt x="79728" y="161128"/>
                </a:cubicBezTo>
                <a:cubicBezTo>
                  <a:pt x="80397" y="161796"/>
                  <a:pt x="81522" y="161340"/>
                  <a:pt x="81522" y="160398"/>
                </a:cubicBezTo>
                <a:cubicBezTo>
                  <a:pt x="81491" y="159821"/>
                  <a:pt x="81035" y="159365"/>
                  <a:pt x="80458" y="159365"/>
                </a:cubicBezTo>
                <a:close/>
                <a:moveTo>
                  <a:pt x="33253" y="117632"/>
                </a:moveTo>
                <a:cubicBezTo>
                  <a:pt x="31642" y="117632"/>
                  <a:pt x="30822" y="115686"/>
                  <a:pt x="31977" y="114531"/>
                </a:cubicBezTo>
                <a:cubicBezTo>
                  <a:pt x="33101" y="113407"/>
                  <a:pt x="35047" y="114197"/>
                  <a:pt x="35047" y="115808"/>
                </a:cubicBezTo>
                <a:cubicBezTo>
                  <a:pt x="35047" y="116811"/>
                  <a:pt x="34226" y="117632"/>
                  <a:pt x="33253" y="117632"/>
                </a:cubicBezTo>
                <a:close/>
                <a:moveTo>
                  <a:pt x="33253" y="114774"/>
                </a:moveTo>
                <a:cubicBezTo>
                  <a:pt x="32311" y="114774"/>
                  <a:pt x="31855" y="115899"/>
                  <a:pt x="32493" y="116568"/>
                </a:cubicBezTo>
                <a:cubicBezTo>
                  <a:pt x="33162" y="117206"/>
                  <a:pt x="34287" y="116750"/>
                  <a:pt x="34287" y="115808"/>
                </a:cubicBezTo>
                <a:cubicBezTo>
                  <a:pt x="34287" y="115230"/>
                  <a:pt x="33831" y="114774"/>
                  <a:pt x="33253" y="114774"/>
                </a:cubicBezTo>
                <a:close/>
                <a:moveTo>
                  <a:pt x="53102" y="107540"/>
                </a:moveTo>
                <a:lnTo>
                  <a:pt x="53102" y="103498"/>
                </a:lnTo>
                <a:lnTo>
                  <a:pt x="52342" y="103498"/>
                </a:lnTo>
                <a:lnTo>
                  <a:pt x="52342" y="107236"/>
                </a:lnTo>
                <a:lnTo>
                  <a:pt x="39363" y="120215"/>
                </a:lnTo>
                <a:lnTo>
                  <a:pt x="35442" y="120215"/>
                </a:lnTo>
                <a:lnTo>
                  <a:pt x="35442" y="120975"/>
                </a:lnTo>
                <a:lnTo>
                  <a:pt x="39667" y="120975"/>
                </a:lnTo>
                <a:close/>
                <a:moveTo>
                  <a:pt x="41278" y="112829"/>
                </a:moveTo>
                <a:lnTo>
                  <a:pt x="40761" y="112282"/>
                </a:lnTo>
                <a:lnTo>
                  <a:pt x="37600" y="115443"/>
                </a:lnTo>
                <a:lnTo>
                  <a:pt x="35442" y="115443"/>
                </a:lnTo>
                <a:lnTo>
                  <a:pt x="35442" y="116203"/>
                </a:lnTo>
                <a:lnTo>
                  <a:pt x="37904" y="116203"/>
                </a:lnTo>
                <a:close/>
                <a:moveTo>
                  <a:pt x="14347" y="150124"/>
                </a:moveTo>
                <a:lnTo>
                  <a:pt x="27873" y="150124"/>
                </a:lnTo>
                <a:lnTo>
                  <a:pt x="75199" y="102829"/>
                </a:lnTo>
                <a:lnTo>
                  <a:pt x="74683" y="102282"/>
                </a:lnTo>
                <a:lnTo>
                  <a:pt x="27600" y="149365"/>
                </a:lnTo>
                <a:lnTo>
                  <a:pt x="13587" y="149365"/>
                </a:lnTo>
                <a:lnTo>
                  <a:pt x="13587" y="159912"/>
                </a:lnTo>
                <a:lnTo>
                  <a:pt x="14347" y="159912"/>
                </a:lnTo>
                <a:close/>
                <a:moveTo>
                  <a:pt x="62494" y="109759"/>
                </a:moveTo>
                <a:lnTo>
                  <a:pt x="61947" y="109212"/>
                </a:lnTo>
                <a:lnTo>
                  <a:pt x="26019" y="145140"/>
                </a:lnTo>
                <a:lnTo>
                  <a:pt x="13952" y="145140"/>
                </a:lnTo>
                <a:lnTo>
                  <a:pt x="13952" y="145899"/>
                </a:lnTo>
                <a:lnTo>
                  <a:pt x="26323" y="145899"/>
                </a:lnTo>
                <a:close/>
                <a:moveTo>
                  <a:pt x="78968" y="158453"/>
                </a:moveTo>
                <a:lnTo>
                  <a:pt x="64774" y="144289"/>
                </a:lnTo>
                <a:lnTo>
                  <a:pt x="64257" y="144836"/>
                </a:lnTo>
                <a:lnTo>
                  <a:pt x="78421" y="159000"/>
                </a:lnTo>
                <a:close/>
                <a:moveTo>
                  <a:pt x="55077" y="150824"/>
                </a:moveTo>
                <a:lnTo>
                  <a:pt x="58360" y="147541"/>
                </a:lnTo>
                <a:lnTo>
                  <a:pt x="57813" y="146994"/>
                </a:lnTo>
                <a:lnTo>
                  <a:pt x="54317" y="150520"/>
                </a:lnTo>
                <a:lnTo>
                  <a:pt x="54317" y="165322"/>
                </a:lnTo>
                <a:lnTo>
                  <a:pt x="55077" y="165322"/>
                </a:lnTo>
                <a:close/>
                <a:moveTo>
                  <a:pt x="27782" y="162951"/>
                </a:moveTo>
                <a:lnTo>
                  <a:pt x="19423" y="162951"/>
                </a:lnTo>
                <a:lnTo>
                  <a:pt x="19423" y="154593"/>
                </a:lnTo>
                <a:lnTo>
                  <a:pt x="27782" y="154593"/>
                </a:lnTo>
                <a:close/>
                <a:moveTo>
                  <a:pt x="20183" y="162192"/>
                </a:moveTo>
                <a:lnTo>
                  <a:pt x="27022" y="162192"/>
                </a:lnTo>
                <a:lnTo>
                  <a:pt x="27022" y="155353"/>
                </a:lnTo>
                <a:lnTo>
                  <a:pt x="20183" y="155353"/>
                </a:lnTo>
                <a:close/>
                <a:moveTo>
                  <a:pt x="24013" y="162587"/>
                </a:moveTo>
                <a:lnTo>
                  <a:pt x="23253" y="162587"/>
                </a:lnTo>
                <a:lnTo>
                  <a:pt x="23253" y="176781"/>
                </a:lnTo>
                <a:lnTo>
                  <a:pt x="24013" y="176781"/>
                </a:lnTo>
                <a:close/>
                <a:moveTo>
                  <a:pt x="22402" y="162587"/>
                </a:moveTo>
                <a:lnTo>
                  <a:pt x="21642" y="162587"/>
                </a:lnTo>
                <a:lnTo>
                  <a:pt x="21642" y="176781"/>
                </a:lnTo>
                <a:lnTo>
                  <a:pt x="22402" y="176781"/>
                </a:lnTo>
                <a:close/>
                <a:moveTo>
                  <a:pt x="25533" y="162587"/>
                </a:moveTo>
                <a:lnTo>
                  <a:pt x="24773" y="162587"/>
                </a:lnTo>
                <a:lnTo>
                  <a:pt x="24773" y="176781"/>
                </a:lnTo>
                <a:lnTo>
                  <a:pt x="25533" y="176781"/>
                </a:lnTo>
                <a:close/>
                <a:moveTo>
                  <a:pt x="24013" y="152191"/>
                </a:moveTo>
                <a:lnTo>
                  <a:pt x="23253" y="152191"/>
                </a:lnTo>
                <a:lnTo>
                  <a:pt x="23253" y="154957"/>
                </a:lnTo>
                <a:lnTo>
                  <a:pt x="24013" y="154957"/>
                </a:lnTo>
                <a:close/>
                <a:moveTo>
                  <a:pt x="22402" y="152191"/>
                </a:moveTo>
                <a:lnTo>
                  <a:pt x="21642" y="152191"/>
                </a:lnTo>
                <a:lnTo>
                  <a:pt x="21642" y="154957"/>
                </a:lnTo>
                <a:lnTo>
                  <a:pt x="22402" y="154957"/>
                </a:lnTo>
                <a:close/>
                <a:moveTo>
                  <a:pt x="25502" y="152191"/>
                </a:moveTo>
                <a:lnTo>
                  <a:pt x="24742" y="152191"/>
                </a:lnTo>
                <a:lnTo>
                  <a:pt x="24742" y="154957"/>
                </a:lnTo>
                <a:lnTo>
                  <a:pt x="25502" y="154957"/>
                </a:lnTo>
                <a:close/>
                <a:moveTo>
                  <a:pt x="19757" y="158422"/>
                </a:moveTo>
                <a:lnTo>
                  <a:pt x="16991" y="158422"/>
                </a:lnTo>
                <a:lnTo>
                  <a:pt x="16991" y="159182"/>
                </a:lnTo>
                <a:lnTo>
                  <a:pt x="19757" y="159182"/>
                </a:lnTo>
                <a:close/>
                <a:moveTo>
                  <a:pt x="19757" y="156842"/>
                </a:moveTo>
                <a:lnTo>
                  <a:pt x="16991" y="156842"/>
                </a:lnTo>
                <a:lnTo>
                  <a:pt x="16991" y="157602"/>
                </a:lnTo>
                <a:lnTo>
                  <a:pt x="19757" y="157602"/>
                </a:lnTo>
                <a:close/>
                <a:moveTo>
                  <a:pt x="19757" y="159942"/>
                </a:moveTo>
                <a:lnTo>
                  <a:pt x="16991" y="159942"/>
                </a:lnTo>
                <a:lnTo>
                  <a:pt x="16991" y="160702"/>
                </a:lnTo>
                <a:lnTo>
                  <a:pt x="19757" y="160702"/>
                </a:lnTo>
                <a:close/>
                <a:moveTo>
                  <a:pt x="30153" y="158422"/>
                </a:moveTo>
                <a:lnTo>
                  <a:pt x="27387" y="158422"/>
                </a:lnTo>
                <a:lnTo>
                  <a:pt x="27387" y="159182"/>
                </a:lnTo>
                <a:lnTo>
                  <a:pt x="30153" y="159182"/>
                </a:lnTo>
                <a:close/>
                <a:moveTo>
                  <a:pt x="30153" y="156811"/>
                </a:moveTo>
                <a:lnTo>
                  <a:pt x="27387" y="156811"/>
                </a:lnTo>
                <a:lnTo>
                  <a:pt x="27387" y="157571"/>
                </a:lnTo>
                <a:lnTo>
                  <a:pt x="30153" y="157571"/>
                </a:lnTo>
                <a:close/>
                <a:moveTo>
                  <a:pt x="30153" y="159912"/>
                </a:moveTo>
                <a:lnTo>
                  <a:pt x="27387" y="159912"/>
                </a:lnTo>
                <a:lnTo>
                  <a:pt x="27387" y="160672"/>
                </a:lnTo>
                <a:lnTo>
                  <a:pt x="30153" y="160672"/>
                </a:lnTo>
                <a:close/>
                <a:moveTo>
                  <a:pt x="87145" y="88148"/>
                </a:moveTo>
                <a:lnTo>
                  <a:pt x="78786" y="88148"/>
                </a:lnTo>
                <a:lnTo>
                  <a:pt x="78786" y="79789"/>
                </a:lnTo>
                <a:lnTo>
                  <a:pt x="87145" y="79789"/>
                </a:lnTo>
                <a:close/>
                <a:moveTo>
                  <a:pt x="79546" y="87388"/>
                </a:moveTo>
                <a:lnTo>
                  <a:pt x="86385" y="87388"/>
                </a:lnTo>
                <a:lnTo>
                  <a:pt x="86385" y="80549"/>
                </a:lnTo>
                <a:lnTo>
                  <a:pt x="79546" y="80549"/>
                </a:lnTo>
                <a:close/>
                <a:moveTo>
                  <a:pt x="83376" y="87753"/>
                </a:moveTo>
                <a:lnTo>
                  <a:pt x="82616" y="87753"/>
                </a:lnTo>
                <a:lnTo>
                  <a:pt x="82616" y="90519"/>
                </a:lnTo>
                <a:lnTo>
                  <a:pt x="83376" y="90519"/>
                </a:lnTo>
                <a:close/>
                <a:moveTo>
                  <a:pt x="81765" y="87753"/>
                </a:moveTo>
                <a:lnTo>
                  <a:pt x="81005" y="87753"/>
                </a:lnTo>
                <a:lnTo>
                  <a:pt x="81005" y="90519"/>
                </a:lnTo>
                <a:lnTo>
                  <a:pt x="81765" y="90519"/>
                </a:lnTo>
                <a:close/>
                <a:moveTo>
                  <a:pt x="84895" y="87753"/>
                </a:moveTo>
                <a:lnTo>
                  <a:pt x="84136" y="87753"/>
                </a:lnTo>
                <a:lnTo>
                  <a:pt x="84136" y="90519"/>
                </a:lnTo>
                <a:lnTo>
                  <a:pt x="84895" y="90519"/>
                </a:lnTo>
                <a:close/>
                <a:moveTo>
                  <a:pt x="83376" y="77357"/>
                </a:moveTo>
                <a:lnTo>
                  <a:pt x="82616" y="77357"/>
                </a:lnTo>
                <a:lnTo>
                  <a:pt x="82616" y="80154"/>
                </a:lnTo>
                <a:lnTo>
                  <a:pt x="83376" y="80154"/>
                </a:lnTo>
                <a:close/>
                <a:moveTo>
                  <a:pt x="81765" y="77357"/>
                </a:moveTo>
                <a:lnTo>
                  <a:pt x="81005" y="77357"/>
                </a:lnTo>
                <a:lnTo>
                  <a:pt x="81005" y="80154"/>
                </a:lnTo>
                <a:lnTo>
                  <a:pt x="81765" y="80154"/>
                </a:lnTo>
                <a:close/>
                <a:moveTo>
                  <a:pt x="84865" y="77357"/>
                </a:moveTo>
                <a:lnTo>
                  <a:pt x="84105" y="77357"/>
                </a:lnTo>
                <a:lnTo>
                  <a:pt x="84105" y="80154"/>
                </a:lnTo>
                <a:lnTo>
                  <a:pt x="84865" y="80154"/>
                </a:lnTo>
                <a:close/>
                <a:moveTo>
                  <a:pt x="79120" y="83619"/>
                </a:moveTo>
                <a:lnTo>
                  <a:pt x="76354" y="83619"/>
                </a:lnTo>
                <a:lnTo>
                  <a:pt x="76354" y="84379"/>
                </a:lnTo>
                <a:lnTo>
                  <a:pt x="79120" y="84379"/>
                </a:lnTo>
                <a:close/>
                <a:moveTo>
                  <a:pt x="79120" y="82008"/>
                </a:moveTo>
                <a:lnTo>
                  <a:pt x="76354" y="82008"/>
                </a:lnTo>
                <a:lnTo>
                  <a:pt x="76354" y="82768"/>
                </a:lnTo>
                <a:lnTo>
                  <a:pt x="79120" y="82768"/>
                </a:lnTo>
                <a:close/>
                <a:moveTo>
                  <a:pt x="79120" y="85139"/>
                </a:moveTo>
                <a:lnTo>
                  <a:pt x="76354" y="85139"/>
                </a:lnTo>
                <a:lnTo>
                  <a:pt x="76354" y="85899"/>
                </a:lnTo>
                <a:lnTo>
                  <a:pt x="79120" y="85899"/>
                </a:lnTo>
                <a:close/>
                <a:moveTo>
                  <a:pt x="89516" y="83619"/>
                </a:moveTo>
                <a:lnTo>
                  <a:pt x="86750" y="83619"/>
                </a:lnTo>
                <a:lnTo>
                  <a:pt x="86750" y="84379"/>
                </a:lnTo>
                <a:lnTo>
                  <a:pt x="89516" y="84379"/>
                </a:lnTo>
                <a:close/>
                <a:moveTo>
                  <a:pt x="89516" y="82008"/>
                </a:moveTo>
                <a:lnTo>
                  <a:pt x="86750" y="82008"/>
                </a:lnTo>
                <a:lnTo>
                  <a:pt x="86750" y="82768"/>
                </a:lnTo>
                <a:lnTo>
                  <a:pt x="89516" y="82768"/>
                </a:lnTo>
                <a:close/>
                <a:moveTo>
                  <a:pt x="89516" y="85108"/>
                </a:moveTo>
                <a:lnTo>
                  <a:pt x="86750" y="85108"/>
                </a:lnTo>
                <a:lnTo>
                  <a:pt x="86750" y="85868"/>
                </a:lnTo>
                <a:lnTo>
                  <a:pt x="89516" y="85868"/>
                </a:lnTo>
                <a:close/>
                <a:moveTo>
                  <a:pt x="72038" y="31247"/>
                </a:moveTo>
                <a:lnTo>
                  <a:pt x="63679" y="31247"/>
                </a:lnTo>
                <a:lnTo>
                  <a:pt x="63679" y="22889"/>
                </a:lnTo>
                <a:lnTo>
                  <a:pt x="72038" y="22889"/>
                </a:lnTo>
                <a:close/>
                <a:moveTo>
                  <a:pt x="64439" y="30487"/>
                </a:moveTo>
                <a:lnTo>
                  <a:pt x="71278" y="30487"/>
                </a:lnTo>
                <a:lnTo>
                  <a:pt x="71278" y="23648"/>
                </a:lnTo>
                <a:lnTo>
                  <a:pt x="64439" y="23648"/>
                </a:lnTo>
                <a:close/>
                <a:moveTo>
                  <a:pt x="68269" y="30883"/>
                </a:moveTo>
                <a:lnTo>
                  <a:pt x="67509" y="30883"/>
                </a:lnTo>
                <a:lnTo>
                  <a:pt x="67509" y="33649"/>
                </a:lnTo>
                <a:lnTo>
                  <a:pt x="68269" y="33649"/>
                </a:lnTo>
                <a:close/>
                <a:moveTo>
                  <a:pt x="66658" y="30883"/>
                </a:moveTo>
                <a:lnTo>
                  <a:pt x="65898" y="30883"/>
                </a:lnTo>
                <a:lnTo>
                  <a:pt x="65898" y="33649"/>
                </a:lnTo>
                <a:lnTo>
                  <a:pt x="66658" y="33649"/>
                </a:lnTo>
                <a:close/>
                <a:moveTo>
                  <a:pt x="69758" y="30883"/>
                </a:moveTo>
                <a:lnTo>
                  <a:pt x="68999" y="30883"/>
                </a:lnTo>
                <a:lnTo>
                  <a:pt x="68999" y="33649"/>
                </a:lnTo>
                <a:lnTo>
                  <a:pt x="69758" y="33649"/>
                </a:lnTo>
                <a:close/>
                <a:moveTo>
                  <a:pt x="68239" y="20487"/>
                </a:moveTo>
                <a:lnTo>
                  <a:pt x="67479" y="20487"/>
                </a:lnTo>
                <a:lnTo>
                  <a:pt x="67479" y="23253"/>
                </a:lnTo>
                <a:lnTo>
                  <a:pt x="68239" y="23253"/>
                </a:lnTo>
                <a:close/>
                <a:moveTo>
                  <a:pt x="66658" y="20487"/>
                </a:moveTo>
                <a:lnTo>
                  <a:pt x="65898" y="20487"/>
                </a:lnTo>
                <a:lnTo>
                  <a:pt x="65898" y="23253"/>
                </a:lnTo>
                <a:lnTo>
                  <a:pt x="66658" y="23253"/>
                </a:lnTo>
                <a:close/>
                <a:moveTo>
                  <a:pt x="69758" y="20487"/>
                </a:moveTo>
                <a:lnTo>
                  <a:pt x="68999" y="20487"/>
                </a:lnTo>
                <a:lnTo>
                  <a:pt x="68999" y="23253"/>
                </a:lnTo>
                <a:lnTo>
                  <a:pt x="69758" y="23253"/>
                </a:lnTo>
                <a:close/>
                <a:moveTo>
                  <a:pt x="64014" y="26718"/>
                </a:moveTo>
                <a:lnTo>
                  <a:pt x="61248" y="26718"/>
                </a:lnTo>
                <a:lnTo>
                  <a:pt x="61248" y="27478"/>
                </a:lnTo>
                <a:lnTo>
                  <a:pt x="64014" y="27478"/>
                </a:lnTo>
                <a:close/>
                <a:moveTo>
                  <a:pt x="64014" y="25138"/>
                </a:moveTo>
                <a:lnTo>
                  <a:pt x="61248" y="25138"/>
                </a:lnTo>
                <a:lnTo>
                  <a:pt x="61248" y="25898"/>
                </a:lnTo>
                <a:lnTo>
                  <a:pt x="64014" y="25898"/>
                </a:lnTo>
                <a:close/>
                <a:moveTo>
                  <a:pt x="64014" y="28238"/>
                </a:moveTo>
                <a:lnTo>
                  <a:pt x="61248" y="28238"/>
                </a:lnTo>
                <a:lnTo>
                  <a:pt x="61248" y="28998"/>
                </a:lnTo>
                <a:lnTo>
                  <a:pt x="64014" y="28998"/>
                </a:lnTo>
                <a:close/>
                <a:moveTo>
                  <a:pt x="74409" y="26718"/>
                </a:moveTo>
                <a:lnTo>
                  <a:pt x="71673" y="26718"/>
                </a:lnTo>
                <a:lnTo>
                  <a:pt x="71673" y="27478"/>
                </a:lnTo>
                <a:lnTo>
                  <a:pt x="74439" y="27478"/>
                </a:lnTo>
                <a:close/>
                <a:moveTo>
                  <a:pt x="74409" y="25107"/>
                </a:moveTo>
                <a:lnTo>
                  <a:pt x="71673" y="25107"/>
                </a:lnTo>
                <a:lnTo>
                  <a:pt x="71673" y="25867"/>
                </a:lnTo>
                <a:lnTo>
                  <a:pt x="74439" y="25867"/>
                </a:lnTo>
                <a:close/>
                <a:moveTo>
                  <a:pt x="74409" y="28208"/>
                </a:moveTo>
                <a:lnTo>
                  <a:pt x="71673" y="28208"/>
                </a:lnTo>
                <a:lnTo>
                  <a:pt x="71673" y="28968"/>
                </a:lnTo>
                <a:lnTo>
                  <a:pt x="74439" y="28968"/>
                </a:lnTo>
                <a:close/>
                <a:moveTo>
                  <a:pt x="57235" y="31247"/>
                </a:moveTo>
                <a:lnTo>
                  <a:pt x="48877" y="31247"/>
                </a:lnTo>
                <a:lnTo>
                  <a:pt x="48877" y="22889"/>
                </a:lnTo>
                <a:lnTo>
                  <a:pt x="57235" y="22889"/>
                </a:lnTo>
                <a:close/>
                <a:moveTo>
                  <a:pt x="49636" y="30487"/>
                </a:moveTo>
                <a:lnTo>
                  <a:pt x="56475" y="30487"/>
                </a:lnTo>
                <a:lnTo>
                  <a:pt x="56475" y="23648"/>
                </a:lnTo>
                <a:lnTo>
                  <a:pt x="49636" y="23648"/>
                </a:lnTo>
                <a:close/>
                <a:moveTo>
                  <a:pt x="53436" y="30883"/>
                </a:moveTo>
                <a:lnTo>
                  <a:pt x="52676" y="30883"/>
                </a:lnTo>
                <a:lnTo>
                  <a:pt x="52676" y="54257"/>
                </a:lnTo>
                <a:lnTo>
                  <a:pt x="53436" y="54257"/>
                </a:lnTo>
                <a:close/>
                <a:moveTo>
                  <a:pt x="51825" y="30883"/>
                </a:moveTo>
                <a:lnTo>
                  <a:pt x="51065" y="30883"/>
                </a:lnTo>
                <a:lnTo>
                  <a:pt x="51065" y="54257"/>
                </a:lnTo>
                <a:lnTo>
                  <a:pt x="51825" y="54257"/>
                </a:lnTo>
                <a:close/>
                <a:moveTo>
                  <a:pt x="63345" y="59333"/>
                </a:moveTo>
                <a:lnTo>
                  <a:pt x="57904" y="53862"/>
                </a:lnTo>
                <a:lnTo>
                  <a:pt x="54956" y="53862"/>
                </a:lnTo>
                <a:lnTo>
                  <a:pt x="54956" y="30883"/>
                </a:lnTo>
                <a:lnTo>
                  <a:pt x="54196" y="30883"/>
                </a:lnTo>
                <a:lnTo>
                  <a:pt x="54196" y="54652"/>
                </a:lnTo>
                <a:lnTo>
                  <a:pt x="57600" y="54652"/>
                </a:lnTo>
                <a:lnTo>
                  <a:pt x="62828" y="59880"/>
                </a:lnTo>
                <a:close/>
                <a:moveTo>
                  <a:pt x="53436" y="20457"/>
                </a:moveTo>
                <a:lnTo>
                  <a:pt x="52676" y="20457"/>
                </a:lnTo>
                <a:lnTo>
                  <a:pt x="52676" y="23223"/>
                </a:lnTo>
                <a:lnTo>
                  <a:pt x="53436" y="23223"/>
                </a:lnTo>
                <a:close/>
                <a:moveTo>
                  <a:pt x="51825" y="20457"/>
                </a:moveTo>
                <a:lnTo>
                  <a:pt x="51065" y="20457"/>
                </a:lnTo>
                <a:lnTo>
                  <a:pt x="51065" y="23223"/>
                </a:lnTo>
                <a:lnTo>
                  <a:pt x="51825" y="23223"/>
                </a:lnTo>
                <a:close/>
                <a:moveTo>
                  <a:pt x="54925" y="20457"/>
                </a:moveTo>
                <a:lnTo>
                  <a:pt x="54165" y="20457"/>
                </a:lnTo>
                <a:lnTo>
                  <a:pt x="54165" y="23223"/>
                </a:lnTo>
                <a:lnTo>
                  <a:pt x="54925" y="23223"/>
                </a:lnTo>
                <a:close/>
                <a:moveTo>
                  <a:pt x="49181" y="26718"/>
                </a:moveTo>
                <a:lnTo>
                  <a:pt x="46415" y="26718"/>
                </a:lnTo>
                <a:lnTo>
                  <a:pt x="46415" y="27478"/>
                </a:lnTo>
                <a:lnTo>
                  <a:pt x="49181" y="27478"/>
                </a:lnTo>
                <a:close/>
                <a:moveTo>
                  <a:pt x="49181" y="25107"/>
                </a:moveTo>
                <a:lnTo>
                  <a:pt x="46415" y="25107"/>
                </a:lnTo>
                <a:lnTo>
                  <a:pt x="46415" y="25867"/>
                </a:lnTo>
                <a:lnTo>
                  <a:pt x="49181" y="25867"/>
                </a:lnTo>
                <a:close/>
                <a:moveTo>
                  <a:pt x="49181" y="28208"/>
                </a:moveTo>
                <a:lnTo>
                  <a:pt x="46415" y="28208"/>
                </a:lnTo>
                <a:lnTo>
                  <a:pt x="46415" y="28968"/>
                </a:lnTo>
                <a:lnTo>
                  <a:pt x="49181" y="28968"/>
                </a:lnTo>
                <a:close/>
                <a:moveTo>
                  <a:pt x="59576" y="26688"/>
                </a:moveTo>
                <a:lnTo>
                  <a:pt x="56810" y="26688"/>
                </a:lnTo>
                <a:lnTo>
                  <a:pt x="56810" y="27448"/>
                </a:lnTo>
                <a:lnTo>
                  <a:pt x="59576" y="27448"/>
                </a:lnTo>
                <a:close/>
                <a:moveTo>
                  <a:pt x="59576" y="25107"/>
                </a:moveTo>
                <a:lnTo>
                  <a:pt x="56810" y="25107"/>
                </a:lnTo>
                <a:lnTo>
                  <a:pt x="56810" y="25867"/>
                </a:lnTo>
                <a:lnTo>
                  <a:pt x="59576" y="25867"/>
                </a:lnTo>
                <a:close/>
                <a:moveTo>
                  <a:pt x="59576" y="28208"/>
                </a:moveTo>
                <a:lnTo>
                  <a:pt x="56810" y="28208"/>
                </a:lnTo>
                <a:lnTo>
                  <a:pt x="56810" y="28968"/>
                </a:lnTo>
                <a:lnTo>
                  <a:pt x="59576" y="28968"/>
                </a:lnTo>
                <a:close/>
                <a:moveTo>
                  <a:pt x="88938" y="34712"/>
                </a:moveTo>
                <a:lnTo>
                  <a:pt x="80367" y="34712"/>
                </a:lnTo>
                <a:lnTo>
                  <a:pt x="80367" y="35472"/>
                </a:lnTo>
                <a:lnTo>
                  <a:pt x="88938" y="35472"/>
                </a:lnTo>
                <a:close/>
                <a:moveTo>
                  <a:pt x="88938" y="32342"/>
                </a:moveTo>
                <a:lnTo>
                  <a:pt x="80367" y="32342"/>
                </a:lnTo>
                <a:lnTo>
                  <a:pt x="80367" y="33101"/>
                </a:lnTo>
                <a:lnTo>
                  <a:pt x="88938" y="33101"/>
                </a:lnTo>
                <a:close/>
                <a:moveTo>
                  <a:pt x="88938" y="29971"/>
                </a:moveTo>
                <a:lnTo>
                  <a:pt x="80367" y="29971"/>
                </a:lnTo>
                <a:lnTo>
                  <a:pt x="80367" y="30731"/>
                </a:lnTo>
                <a:lnTo>
                  <a:pt x="88938" y="30731"/>
                </a:lnTo>
                <a:close/>
                <a:moveTo>
                  <a:pt x="88938" y="27600"/>
                </a:moveTo>
                <a:lnTo>
                  <a:pt x="80367" y="27600"/>
                </a:lnTo>
                <a:lnTo>
                  <a:pt x="80367" y="28360"/>
                </a:lnTo>
                <a:lnTo>
                  <a:pt x="88938" y="28360"/>
                </a:lnTo>
                <a:close/>
                <a:moveTo>
                  <a:pt x="71521" y="111704"/>
                </a:moveTo>
                <a:lnTo>
                  <a:pt x="89212" y="94014"/>
                </a:lnTo>
                <a:lnTo>
                  <a:pt x="88665" y="93467"/>
                </a:lnTo>
                <a:lnTo>
                  <a:pt x="70761" y="111370"/>
                </a:lnTo>
                <a:lnTo>
                  <a:pt x="70761" y="119455"/>
                </a:lnTo>
                <a:lnTo>
                  <a:pt x="71521" y="119455"/>
                </a:lnTo>
                <a:close/>
                <a:moveTo>
                  <a:pt x="89060" y="9363"/>
                </a:moveTo>
                <a:lnTo>
                  <a:pt x="71096" y="9363"/>
                </a:lnTo>
                <a:lnTo>
                  <a:pt x="65716" y="3952"/>
                </a:lnTo>
                <a:lnTo>
                  <a:pt x="65169" y="4499"/>
                </a:lnTo>
                <a:lnTo>
                  <a:pt x="70792" y="10122"/>
                </a:lnTo>
                <a:lnTo>
                  <a:pt x="89060" y="10122"/>
                </a:lnTo>
                <a:close/>
                <a:moveTo>
                  <a:pt x="88938" y="11825"/>
                </a:moveTo>
                <a:lnTo>
                  <a:pt x="56324" y="11825"/>
                </a:lnTo>
                <a:lnTo>
                  <a:pt x="56324" y="12584"/>
                </a:lnTo>
                <a:lnTo>
                  <a:pt x="88938" y="12584"/>
                </a:lnTo>
                <a:close/>
                <a:moveTo>
                  <a:pt x="12797" y="164745"/>
                </a:moveTo>
                <a:lnTo>
                  <a:pt x="12280" y="164198"/>
                </a:lnTo>
                <a:lnTo>
                  <a:pt x="0" y="176477"/>
                </a:lnTo>
                <a:lnTo>
                  <a:pt x="547" y="176994"/>
                </a:lnTo>
                <a:close/>
                <a:moveTo>
                  <a:pt x="89455" y="173985"/>
                </a:moveTo>
                <a:lnTo>
                  <a:pt x="62494" y="146994"/>
                </a:lnTo>
                <a:lnTo>
                  <a:pt x="61947" y="147541"/>
                </a:lnTo>
                <a:lnTo>
                  <a:pt x="88938" y="174502"/>
                </a:lnTo>
                <a:close/>
                <a:moveTo>
                  <a:pt x="87388" y="176477"/>
                </a:moveTo>
                <a:lnTo>
                  <a:pt x="62494" y="151583"/>
                </a:lnTo>
                <a:lnTo>
                  <a:pt x="61947" y="152100"/>
                </a:lnTo>
                <a:lnTo>
                  <a:pt x="86871" y="177025"/>
                </a:lnTo>
                <a:close/>
                <a:moveTo>
                  <a:pt x="82798" y="176477"/>
                </a:moveTo>
                <a:lnTo>
                  <a:pt x="62494" y="156143"/>
                </a:lnTo>
                <a:lnTo>
                  <a:pt x="61947" y="156690"/>
                </a:lnTo>
                <a:lnTo>
                  <a:pt x="82281" y="177025"/>
                </a:lnTo>
                <a:close/>
                <a:moveTo>
                  <a:pt x="41399" y="153316"/>
                </a:moveTo>
                <a:lnTo>
                  <a:pt x="63041" y="131674"/>
                </a:lnTo>
                <a:lnTo>
                  <a:pt x="82281" y="131674"/>
                </a:lnTo>
                <a:lnTo>
                  <a:pt x="82281" y="114197"/>
                </a:lnTo>
                <a:lnTo>
                  <a:pt x="81522" y="114197"/>
                </a:lnTo>
                <a:lnTo>
                  <a:pt x="81522" y="130914"/>
                </a:lnTo>
                <a:lnTo>
                  <a:pt x="62737" y="130914"/>
                </a:lnTo>
                <a:lnTo>
                  <a:pt x="40639" y="153012"/>
                </a:lnTo>
                <a:lnTo>
                  <a:pt x="40639" y="176751"/>
                </a:lnTo>
                <a:lnTo>
                  <a:pt x="41399" y="176751"/>
                </a:lnTo>
                <a:close/>
                <a:moveTo>
                  <a:pt x="69211" y="131279"/>
                </a:moveTo>
                <a:lnTo>
                  <a:pt x="68451" y="131279"/>
                </a:lnTo>
                <a:lnTo>
                  <a:pt x="68451" y="136842"/>
                </a:lnTo>
                <a:lnTo>
                  <a:pt x="69211" y="136842"/>
                </a:lnTo>
                <a:close/>
                <a:moveTo>
                  <a:pt x="71521" y="136994"/>
                </a:moveTo>
                <a:lnTo>
                  <a:pt x="71521" y="131279"/>
                </a:lnTo>
                <a:lnTo>
                  <a:pt x="70761" y="131279"/>
                </a:lnTo>
                <a:lnTo>
                  <a:pt x="70761" y="136659"/>
                </a:lnTo>
                <a:lnTo>
                  <a:pt x="70184" y="137267"/>
                </a:lnTo>
                <a:lnTo>
                  <a:pt x="70731" y="137784"/>
                </a:lnTo>
                <a:close/>
                <a:moveTo>
                  <a:pt x="73862" y="131279"/>
                </a:moveTo>
                <a:lnTo>
                  <a:pt x="73102" y="131279"/>
                </a:lnTo>
                <a:lnTo>
                  <a:pt x="73102" y="136842"/>
                </a:lnTo>
                <a:lnTo>
                  <a:pt x="73862" y="136842"/>
                </a:lnTo>
                <a:close/>
                <a:moveTo>
                  <a:pt x="76749" y="137206"/>
                </a:moveTo>
                <a:lnTo>
                  <a:pt x="76202" y="136659"/>
                </a:lnTo>
                <a:lnTo>
                  <a:pt x="76202" y="131279"/>
                </a:lnTo>
                <a:lnTo>
                  <a:pt x="75442" y="131279"/>
                </a:lnTo>
                <a:lnTo>
                  <a:pt x="75442" y="136994"/>
                </a:lnTo>
                <a:lnTo>
                  <a:pt x="76202" y="137753"/>
                </a:lnTo>
                <a:close/>
                <a:moveTo>
                  <a:pt x="78512" y="131279"/>
                </a:moveTo>
                <a:lnTo>
                  <a:pt x="77752" y="131279"/>
                </a:lnTo>
                <a:lnTo>
                  <a:pt x="77752" y="136842"/>
                </a:lnTo>
                <a:lnTo>
                  <a:pt x="78512" y="136842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10800000">
            <a:off x="-24" y="-30"/>
            <a:ext cx="1154624" cy="1153105"/>
          </a:xfrm>
          <a:custGeom>
            <a:avLst/>
            <a:gdLst/>
            <a:ahLst/>
            <a:cxnLst/>
            <a:rect l="l" t="t" r="r" b="b"/>
            <a:pathLst>
              <a:path w="35722" h="35675" extrusionOk="0">
                <a:moveTo>
                  <a:pt x="34536" y="191"/>
                </a:moveTo>
                <a:cubicBezTo>
                  <a:pt x="34844" y="191"/>
                  <a:pt x="35164" y="191"/>
                  <a:pt x="35497" y="202"/>
                </a:cubicBezTo>
                <a:lnTo>
                  <a:pt x="35425" y="2242"/>
                </a:lnTo>
                <a:cubicBezTo>
                  <a:pt x="35129" y="2230"/>
                  <a:pt x="34832" y="2230"/>
                  <a:pt x="34536" y="2230"/>
                </a:cubicBezTo>
                <a:lnTo>
                  <a:pt x="34536" y="191"/>
                </a:lnTo>
                <a:close/>
                <a:moveTo>
                  <a:pt x="31998" y="285"/>
                </a:moveTo>
                <a:lnTo>
                  <a:pt x="32152" y="2325"/>
                </a:lnTo>
                <a:cubicBezTo>
                  <a:pt x="31844" y="2349"/>
                  <a:pt x="31547" y="2373"/>
                  <a:pt x="31251" y="2396"/>
                </a:cubicBezTo>
                <a:lnTo>
                  <a:pt x="31037" y="368"/>
                </a:lnTo>
                <a:cubicBezTo>
                  <a:pt x="31357" y="333"/>
                  <a:pt x="31690" y="309"/>
                  <a:pt x="31998" y="285"/>
                </a:cubicBezTo>
                <a:close/>
                <a:moveTo>
                  <a:pt x="34311" y="1"/>
                </a:moveTo>
                <a:lnTo>
                  <a:pt x="34322" y="2432"/>
                </a:lnTo>
                <a:lnTo>
                  <a:pt x="34417" y="2432"/>
                </a:lnTo>
                <a:cubicBezTo>
                  <a:pt x="34773" y="2432"/>
                  <a:pt x="35141" y="2432"/>
                  <a:pt x="35508" y="2444"/>
                </a:cubicBezTo>
                <a:lnTo>
                  <a:pt x="35603" y="2444"/>
                </a:lnTo>
                <a:lnTo>
                  <a:pt x="35674" y="13"/>
                </a:lnTo>
                <a:lnTo>
                  <a:pt x="35580" y="13"/>
                </a:lnTo>
                <a:cubicBezTo>
                  <a:pt x="35188" y="1"/>
                  <a:pt x="34785" y="1"/>
                  <a:pt x="34405" y="1"/>
                </a:cubicBezTo>
                <a:close/>
                <a:moveTo>
                  <a:pt x="32081" y="72"/>
                </a:moveTo>
                <a:cubicBezTo>
                  <a:pt x="31701" y="108"/>
                  <a:pt x="31310" y="143"/>
                  <a:pt x="30919" y="179"/>
                </a:cubicBezTo>
                <a:lnTo>
                  <a:pt x="30824" y="191"/>
                </a:lnTo>
                <a:lnTo>
                  <a:pt x="31073" y="2610"/>
                </a:lnTo>
                <a:lnTo>
                  <a:pt x="31180" y="2598"/>
                </a:lnTo>
                <a:cubicBezTo>
                  <a:pt x="31535" y="2562"/>
                  <a:pt x="31891" y="2527"/>
                  <a:pt x="32259" y="2503"/>
                </a:cubicBezTo>
                <a:lnTo>
                  <a:pt x="32354" y="2503"/>
                </a:lnTo>
                <a:lnTo>
                  <a:pt x="32188" y="72"/>
                </a:lnTo>
                <a:close/>
                <a:moveTo>
                  <a:pt x="28535" y="724"/>
                </a:moveTo>
                <a:lnTo>
                  <a:pt x="28891" y="2729"/>
                </a:lnTo>
                <a:cubicBezTo>
                  <a:pt x="28606" y="2776"/>
                  <a:pt x="28309" y="2835"/>
                  <a:pt x="28013" y="2895"/>
                </a:cubicBezTo>
                <a:lnTo>
                  <a:pt x="27586" y="902"/>
                </a:lnTo>
                <a:cubicBezTo>
                  <a:pt x="27906" y="843"/>
                  <a:pt x="28215" y="772"/>
                  <a:pt x="28535" y="724"/>
                </a:cubicBezTo>
                <a:close/>
                <a:moveTo>
                  <a:pt x="28701" y="487"/>
                </a:moveTo>
                <a:lnTo>
                  <a:pt x="28606" y="511"/>
                </a:lnTo>
                <a:cubicBezTo>
                  <a:pt x="28215" y="570"/>
                  <a:pt x="27835" y="653"/>
                  <a:pt x="27456" y="724"/>
                </a:cubicBezTo>
                <a:lnTo>
                  <a:pt x="27361" y="748"/>
                </a:lnTo>
                <a:lnTo>
                  <a:pt x="27859" y="3132"/>
                </a:lnTo>
                <a:lnTo>
                  <a:pt x="27954" y="3108"/>
                </a:lnTo>
                <a:cubicBezTo>
                  <a:pt x="28309" y="3037"/>
                  <a:pt x="28665" y="2966"/>
                  <a:pt x="29021" y="2906"/>
                </a:cubicBezTo>
                <a:lnTo>
                  <a:pt x="29116" y="2883"/>
                </a:lnTo>
                <a:lnTo>
                  <a:pt x="28701" y="487"/>
                </a:lnTo>
                <a:close/>
                <a:moveTo>
                  <a:pt x="34299" y="6796"/>
                </a:moveTo>
                <a:cubicBezTo>
                  <a:pt x="34038" y="6796"/>
                  <a:pt x="33777" y="6808"/>
                  <a:pt x="33516" y="6808"/>
                </a:cubicBezTo>
                <a:lnTo>
                  <a:pt x="33516" y="7200"/>
                </a:lnTo>
                <a:cubicBezTo>
                  <a:pt x="33777" y="7200"/>
                  <a:pt x="34038" y="7188"/>
                  <a:pt x="34299" y="7188"/>
                </a:cubicBezTo>
                <a:lnTo>
                  <a:pt x="34299" y="6796"/>
                </a:lnTo>
                <a:close/>
                <a:moveTo>
                  <a:pt x="35295" y="6808"/>
                </a:moveTo>
                <a:lnTo>
                  <a:pt x="35283" y="7200"/>
                </a:lnTo>
                <a:lnTo>
                  <a:pt x="35722" y="7223"/>
                </a:lnTo>
                <a:lnTo>
                  <a:pt x="35722" y="6832"/>
                </a:lnTo>
                <a:cubicBezTo>
                  <a:pt x="35580" y="6820"/>
                  <a:pt x="35437" y="6820"/>
                  <a:pt x="35295" y="6808"/>
                </a:cubicBezTo>
                <a:close/>
                <a:moveTo>
                  <a:pt x="32520" y="6856"/>
                </a:moveTo>
                <a:cubicBezTo>
                  <a:pt x="32247" y="6868"/>
                  <a:pt x="31986" y="6891"/>
                  <a:pt x="31725" y="6915"/>
                </a:cubicBezTo>
                <a:lnTo>
                  <a:pt x="31761" y="7306"/>
                </a:lnTo>
                <a:cubicBezTo>
                  <a:pt x="32022" y="7283"/>
                  <a:pt x="32283" y="7259"/>
                  <a:pt x="32543" y="7247"/>
                </a:cubicBezTo>
                <a:lnTo>
                  <a:pt x="32520" y="6856"/>
                </a:lnTo>
                <a:close/>
                <a:moveTo>
                  <a:pt x="30741" y="7022"/>
                </a:moveTo>
                <a:cubicBezTo>
                  <a:pt x="30468" y="7057"/>
                  <a:pt x="30207" y="7093"/>
                  <a:pt x="29946" y="7140"/>
                </a:cubicBezTo>
                <a:lnTo>
                  <a:pt x="30017" y="7532"/>
                </a:lnTo>
                <a:cubicBezTo>
                  <a:pt x="30266" y="7484"/>
                  <a:pt x="30527" y="7449"/>
                  <a:pt x="30788" y="7413"/>
                </a:cubicBezTo>
                <a:lnTo>
                  <a:pt x="30741" y="7022"/>
                </a:lnTo>
                <a:close/>
                <a:moveTo>
                  <a:pt x="28974" y="7306"/>
                </a:moveTo>
                <a:cubicBezTo>
                  <a:pt x="28713" y="7366"/>
                  <a:pt x="28452" y="7413"/>
                  <a:pt x="28191" y="7472"/>
                </a:cubicBezTo>
                <a:lnTo>
                  <a:pt x="28286" y="7864"/>
                </a:lnTo>
                <a:cubicBezTo>
                  <a:pt x="28535" y="7804"/>
                  <a:pt x="28796" y="7745"/>
                  <a:pt x="29045" y="7698"/>
                </a:cubicBezTo>
                <a:lnTo>
                  <a:pt x="28974" y="7306"/>
                </a:lnTo>
                <a:close/>
                <a:moveTo>
                  <a:pt x="27230" y="7710"/>
                </a:moveTo>
                <a:cubicBezTo>
                  <a:pt x="26969" y="7781"/>
                  <a:pt x="26720" y="7852"/>
                  <a:pt x="26459" y="7923"/>
                </a:cubicBezTo>
                <a:lnTo>
                  <a:pt x="26578" y="8303"/>
                </a:lnTo>
                <a:cubicBezTo>
                  <a:pt x="26827" y="8231"/>
                  <a:pt x="27076" y="8148"/>
                  <a:pt x="27337" y="8089"/>
                </a:cubicBezTo>
                <a:lnTo>
                  <a:pt x="27230" y="7710"/>
                </a:lnTo>
                <a:close/>
                <a:moveTo>
                  <a:pt x="25522" y="8220"/>
                </a:moveTo>
                <a:cubicBezTo>
                  <a:pt x="25262" y="8303"/>
                  <a:pt x="25012" y="8386"/>
                  <a:pt x="24775" y="8480"/>
                </a:cubicBezTo>
                <a:lnTo>
                  <a:pt x="24906" y="8848"/>
                </a:lnTo>
                <a:cubicBezTo>
                  <a:pt x="25155" y="8765"/>
                  <a:pt x="25392" y="8670"/>
                  <a:pt x="25641" y="8587"/>
                </a:cubicBezTo>
                <a:lnTo>
                  <a:pt x="25522" y="8220"/>
                </a:lnTo>
                <a:close/>
                <a:moveTo>
                  <a:pt x="23838" y="8836"/>
                </a:moveTo>
                <a:cubicBezTo>
                  <a:pt x="23601" y="8931"/>
                  <a:pt x="23352" y="9038"/>
                  <a:pt x="23103" y="9145"/>
                </a:cubicBezTo>
                <a:lnTo>
                  <a:pt x="23257" y="9500"/>
                </a:lnTo>
                <a:cubicBezTo>
                  <a:pt x="23506" y="9394"/>
                  <a:pt x="23743" y="9299"/>
                  <a:pt x="23981" y="9204"/>
                </a:cubicBezTo>
                <a:lnTo>
                  <a:pt x="23838" y="8836"/>
                </a:lnTo>
                <a:close/>
                <a:moveTo>
                  <a:pt x="12868" y="7899"/>
                </a:moveTo>
                <a:lnTo>
                  <a:pt x="14149" y="9477"/>
                </a:lnTo>
                <a:cubicBezTo>
                  <a:pt x="13900" y="9678"/>
                  <a:pt x="13651" y="9892"/>
                  <a:pt x="13414" y="10105"/>
                </a:cubicBezTo>
                <a:lnTo>
                  <a:pt x="13402" y="10105"/>
                </a:lnTo>
                <a:lnTo>
                  <a:pt x="12073" y="8564"/>
                </a:lnTo>
                <a:cubicBezTo>
                  <a:pt x="12334" y="8338"/>
                  <a:pt x="12595" y="8113"/>
                  <a:pt x="12868" y="7899"/>
                </a:cubicBezTo>
                <a:close/>
                <a:moveTo>
                  <a:pt x="22214" y="9560"/>
                </a:moveTo>
                <a:cubicBezTo>
                  <a:pt x="21976" y="9666"/>
                  <a:pt x="21739" y="9797"/>
                  <a:pt x="21502" y="9916"/>
                </a:cubicBezTo>
                <a:lnTo>
                  <a:pt x="21692" y="10259"/>
                </a:lnTo>
                <a:cubicBezTo>
                  <a:pt x="21917" y="10141"/>
                  <a:pt x="22154" y="10022"/>
                  <a:pt x="22380" y="9916"/>
                </a:cubicBezTo>
                <a:lnTo>
                  <a:pt x="22214" y="9560"/>
                </a:lnTo>
                <a:close/>
                <a:moveTo>
                  <a:pt x="12892" y="7615"/>
                </a:moveTo>
                <a:lnTo>
                  <a:pt x="12821" y="7686"/>
                </a:lnTo>
                <a:cubicBezTo>
                  <a:pt x="12512" y="7923"/>
                  <a:pt x="12228" y="8172"/>
                  <a:pt x="11919" y="8433"/>
                </a:cubicBezTo>
                <a:lnTo>
                  <a:pt x="11789" y="8540"/>
                </a:lnTo>
                <a:lnTo>
                  <a:pt x="13390" y="10378"/>
                </a:lnTo>
                <a:lnTo>
                  <a:pt x="13520" y="10271"/>
                </a:lnTo>
                <a:cubicBezTo>
                  <a:pt x="13793" y="10034"/>
                  <a:pt x="14066" y="9797"/>
                  <a:pt x="14350" y="9572"/>
                </a:cubicBezTo>
                <a:lnTo>
                  <a:pt x="14422" y="9512"/>
                </a:lnTo>
                <a:lnTo>
                  <a:pt x="12892" y="7615"/>
                </a:lnTo>
                <a:close/>
                <a:moveTo>
                  <a:pt x="30504" y="10153"/>
                </a:moveTo>
                <a:lnTo>
                  <a:pt x="30563" y="10544"/>
                </a:lnTo>
                <a:lnTo>
                  <a:pt x="30563" y="10546"/>
                </a:lnTo>
                <a:lnTo>
                  <a:pt x="30563" y="10546"/>
                </a:lnTo>
                <a:cubicBezTo>
                  <a:pt x="30567" y="10545"/>
                  <a:pt x="30571" y="10545"/>
                  <a:pt x="30575" y="10544"/>
                </a:cubicBezTo>
                <a:lnTo>
                  <a:pt x="30504" y="10153"/>
                </a:lnTo>
                <a:close/>
                <a:moveTo>
                  <a:pt x="20636" y="10390"/>
                </a:moveTo>
                <a:cubicBezTo>
                  <a:pt x="20399" y="10520"/>
                  <a:pt x="20174" y="10651"/>
                  <a:pt x="19948" y="10781"/>
                </a:cubicBezTo>
                <a:lnTo>
                  <a:pt x="20150" y="11125"/>
                </a:lnTo>
                <a:cubicBezTo>
                  <a:pt x="20375" y="10983"/>
                  <a:pt x="20601" y="10852"/>
                  <a:pt x="20826" y="10722"/>
                </a:cubicBezTo>
                <a:lnTo>
                  <a:pt x="20636" y="10390"/>
                </a:lnTo>
                <a:close/>
                <a:moveTo>
                  <a:pt x="19118" y="11315"/>
                </a:moveTo>
                <a:cubicBezTo>
                  <a:pt x="18893" y="11457"/>
                  <a:pt x="18667" y="11611"/>
                  <a:pt x="18454" y="11766"/>
                </a:cubicBezTo>
                <a:lnTo>
                  <a:pt x="18679" y="12086"/>
                </a:lnTo>
                <a:cubicBezTo>
                  <a:pt x="18893" y="11932"/>
                  <a:pt x="19106" y="11789"/>
                  <a:pt x="19332" y="11647"/>
                </a:cubicBezTo>
                <a:lnTo>
                  <a:pt x="19118" y="11315"/>
                </a:lnTo>
                <a:close/>
                <a:moveTo>
                  <a:pt x="10223" y="10283"/>
                </a:moveTo>
                <a:lnTo>
                  <a:pt x="11670" y="11730"/>
                </a:lnTo>
                <a:cubicBezTo>
                  <a:pt x="11457" y="11944"/>
                  <a:pt x="11243" y="12145"/>
                  <a:pt x="11042" y="12370"/>
                </a:cubicBezTo>
                <a:lnTo>
                  <a:pt x="9559" y="10971"/>
                </a:lnTo>
                <a:cubicBezTo>
                  <a:pt x="9773" y="10746"/>
                  <a:pt x="9998" y="10509"/>
                  <a:pt x="10223" y="10283"/>
                </a:cubicBezTo>
                <a:close/>
                <a:moveTo>
                  <a:pt x="10223" y="9999"/>
                </a:moveTo>
                <a:lnTo>
                  <a:pt x="10152" y="10070"/>
                </a:lnTo>
                <a:cubicBezTo>
                  <a:pt x="9879" y="10342"/>
                  <a:pt x="9607" y="10627"/>
                  <a:pt x="9346" y="10912"/>
                </a:cubicBezTo>
                <a:lnTo>
                  <a:pt x="9275" y="10983"/>
                </a:lnTo>
                <a:lnTo>
                  <a:pt x="11042" y="12643"/>
                </a:lnTo>
                <a:lnTo>
                  <a:pt x="11113" y="12572"/>
                </a:lnTo>
                <a:cubicBezTo>
                  <a:pt x="11362" y="12311"/>
                  <a:pt x="11611" y="12050"/>
                  <a:pt x="11872" y="11801"/>
                </a:cubicBezTo>
                <a:lnTo>
                  <a:pt x="11943" y="11730"/>
                </a:lnTo>
                <a:lnTo>
                  <a:pt x="10223" y="9999"/>
                </a:lnTo>
                <a:close/>
                <a:moveTo>
                  <a:pt x="34335" y="11595"/>
                </a:moveTo>
                <a:cubicBezTo>
                  <a:pt x="34458" y="11595"/>
                  <a:pt x="34580" y="11596"/>
                  <a:pt x="34702" y="11600"/>
                </a:cubicBezTo>
                <a:lnTo>
                  <a:pt x="34702" y="12169"/>
                </a:lnTo>
                <a:lnTo>
                  <a:pt x="34797" y="12869"/>
                </a:lnTo>
                <a:cubicBezTo>
                  <a:pt x="34562" y="12862"/>
                  <a:pt x="34327" y="12859"/>
                  <a:pt x="34093" y="12859"/>
                </a:cubicBezTo>
                <a:cubicBezTo>
                  <a:pt x="33047" y="12859"/>
                  <a:pt x="32005" y="12925"/>
                  <a:pt x="30978" y="13070"/>
                </a:cubicBezTo>
                <a:lnTo>
                  <a:pt x="30966" y="13072"/>
                </a:lnTo>
                <a:lnTo>
                  <a:pt x="30966" y="13072"/>
                </a:lnTo>
                <a:lnTo>
                  <a:pt x="30966" y="13070"/>
                </a:lnTo>
                <a:lnTo>
                  <a:pt x="30877" y="12504"/>
                </a:lnTo>
                <a:lnTo>
                  <a:pt x="30877" y="12504"/>
                </a:lnTo>
                <a:lnTo>
                  <a:pt x="30895" y="12501"/>
                </a:lnTo>
                <a:lnTo>
                  <a:pt x="30919" y="12501"/>
                </a:lnTo>
                <a:lnTo>
                  <a:pt x="30812" y="11861"/>
                </a:lnTo>
                <a:cubicBezTo>
                  <a:pt x="31227" y="11789"/>
                  <a:pt x="31642" y="11742"/>
                  <a:pt x="32057" y="11694"/>
                </a:cubicBezTo>
                <a:lnTo>
                  <a:pt x="32116" y="12347"/>
                </a:lnTo>
                <a:lnTo>
                  <a:pt x="32211" y="12347"/>
                </a:lnTo>
                <a:cubicBezTo>
                  <a:pt x="32591" y="12311"/>
                  <a:pt x="32982" y="12287"/>
                  <a:pt x="33385" y="12264"/>
                </a:cubicBezTo>
                <a:lnTo>
                  <a:pt x="33480" y="12264"/>
                </a:lnTo>
                <a:lnTo>
                  <a:pt x="33457" y="11611"/>
                </a:lnTo>
                <a:cubicBezTo>
                  <a:pt x="33742" y="11603"/>
                  <a:pt x="34039" y="11595"/>
                  <a:pt x="34335" y="11595"/>
                </a:cubicBezTo>
                <a:close/>
                <a:moveTo>
                  <a:pt x="17648" y="12347"/>
                </a:moveTo>
                <a:cubicBezTo>
                  <a:pt x="17434" y="12501"/>
                  <a:pt x="17221" y="12655"/>
                  <a:pt x="17019" y="12821"/>
                </a:cubicBezTo>
                <a:lnTo>
                  <a:pt x="17268" y="13129"/>
                </a:lnTo>
                <a:cubicBezTo>
                  <a:pt x="17470" y="12975"/>
                  <a:pt x="17671" y="12809"/>
                  <a:pt x="17885" y="12655"/>
                </a:cubicBezTo>
                <a:lnTo>
                  <a:pt x="17648" y="12347"/>
                </a:lnTo>
                <a:close/>
                <a:moveTo>
                  <a:pt x="16248" y="13462"/>
                </a:moveTo>
                <a:cubicBezTo>
                  <a:pt x="16046" y="13628"/>
                  <a:pt x="15845" y="13805"/>
                  <a:pt x="15655" y="13983"/>
                </a:cubicBezTo>
                <a:lnTo>
                  <a:pt x="15916" y="14280"/>
                </a:lnTo>
                <a:cubicBezTo>
                  <a:pt x="16118" y="14102"/>
                  <a:pt x="16307" y="13924"/>
                  <a:pt x="16509" y="13758"/>
                </a:cubicBezTo>
                <a:lnTo>
                  <a:pt x="16248" y="13462"/>
                </a:lnTo>
                <a:close/>
                <a:moveTo>
                  <a:pt x="7887" y="12869"/>
                </a:moveTo>
                <a:lnTo>
                  <a:pt x="9464" y="14161"/>
                </a:lnTo>
                <a:cubicBezTo>
                  <a:pt x="9275" y="14387"/>
                  <a:pt x="9097" y="14624"/>
                  <a:pt x="8919" y="14849"/>
                </a:cubicBezTo>
                <a:lnTo>
                  <a:pt x="8919" y="14861"/>
                </a:lnTo>
                <a:lnTo>
                  <a:pt x="7294" y="13628"/>
                </a:lnTo>
                <a:cubicBezTo>
                  <a:pt x="7496" y="13367"/>
                  <a:pt x="7697" y="13118"/>
                  <a:pt x="7887" y="12869"/>
                </a:cubicBezTo>
                <a:close/>
                <a:moveTo>
                  <a:pt x="7863" y="12596"/>
                </a:moveTo>
                <a:lnTo>
                  <a:pt x="7804" y="12667"/>
                </a:lnTo>
                <a:cubicBezTo>
                  <a:pt x="7555" y="12963"/>
                  <a:pt x="7318" y="13272"/>
                  <a:pt x="7080" y="13580"/>
                </a:cubicBezTo>
                <a:lnTo>
                  <a:pt x="7021" y="13663"/>
                </a:lnTo>
                <a:lnTo>
                  <a:pt x="8942" y="15146"/>
                </a:lnTo>
                <a:lnTo>
                  <a:pt x="9014" y="15063"/>
                </a:lnTo>
                <a:cubicBezTo>
                  <a:pt x="9227" y="14778"/>
                  <a:pt x="9452" y="14493"/>
                  <a:pt x="9678" y="14221"/>
                </a:cubicBezTo>
                <a:lnTo>
                  <a:pt x="9749" y="14138"/>
                </a:lnTo>
                <a:lnTo>
                  <a:pt x="7863" y="12596"/>
                </a:lnTo>
                <a:close/>
                <a:moveTo>
                  <a:pt x="14932" y="14659"/>
                </a:moveTo>
                <a:cubicBezTo>
                  <a:pt x="14813" y="14766"/>
                  <a:pt x="14706" y="14873"/>
                  <a:pt x="14600" y="14980"/>
                </a:cubicBezTo>
                <a:cubicBezTo>
                  <a:pt x="14517" y="15063"/>
                  <a:pt x="14445" y="15134"/>
                  <a:pt x="14362" y="15217"/>
                </a:cubicBezTo>
                <a:lnTo>
                  <a:pt x="14647" y="15490"/>
                </a:lnTo>
                <a:lnTo>
                  <a:pt x="14872" y="15264"/>
                </a:lnTo>
                <a:cubicBezTo>
                  <a:pt x="14991" y="15158"/>
                  <a:pt x="15098" y="15051"/>
                  <a:pt x="15204" y="14944"/>
                </a:cubicBezTo>
                <a:lnTo>
                  <a:pt x="14932" y="14659"/>
                </a:lnTo>
                <a:close/>
                <a:moveTo>
                  <a:pt x="33196" y="15857"/>
                </a:moveTo>
                <a:cubicBezTo>
                  <a:pt x="32935" y="15869"/>
                  <a:pt x="32662" y="15893"/>
                  <a:pt x="32401" y="15917"/>
                </a:cubicBezTo>
                <a:lnTo>
                  <a:pt x="32449" y="16308"/>
                </a:lnTo>
                <a:cubicBezTo>
                  <a:pt x="32698" y="16284"/>
                  <a:pt x="32959" y="16260"/>
                  <a:pt x="33219" y="16249"/>
                </a:cubicBezTo>
                <a:lnTo>
                  <a:pt x="33196" y="15857"/>
                </a:lnTo>
                <a:close/>
                <a:moveTo>
                  <a:pt x="30634" y="16177"/>
                </a:moveTo>
                <a:cubicBezTo>
                  <a:pt x="30373" y="16237"/>
                  <a:pt x="30112" y="16296"/>
                  <a:pt x="29863" y="16355"/>
                </a:cubicBezTo>
                <a:lnTo>
                  <a:pt x="29946" y="16735"/>
                </a:lnTo>
                <a:cubicBezTo>
                  <a:pt x="30207" y="16676"/>
                  <a:pt x="30456" y="16616"/>
                  <a:pt x="30705" y="16569"/>
                </a:cubicBezTo>
                <a:lnTo>
                  <a:pt x="30634" y="16177"/>
                </a:lnTo>
                <a:close/>
                <a:moveTo>
                  <a:pt x="13686" y="15940"/>
                </a:moveTo>
                <a:cubicBezTo>
                  <a:pt x="13508" y="16130"/>
                  <a:pt x="13331" y="16332"/>
                  <a:pt x="13165" y="16533"/>
                </a:cubicBezTo>
                <a:lnTo>
                  <a:pt x="13461" y="16782"/>
                </a:lnTo>
                <a:cubicBezTo>
                  <a:pt x="13627" y="16593"/>
                  <a:pt x="13805" y="16391"/>
                  <a:pt x="13971" y="16201"/>
                </a:cubicBezTo>
                <a:lnTo>
                  <a:pt x="13686" y="15940"/>
                </a:lnTo>
                <a:close/>
                <a:moveTo>
                  <a:pt x="30231" y="8469"/>
                </a:moveTo>
                <a:lnTo>
                  <a:pt x="30136" y="8480"/>
                </a:lnTo>
                <a:cubicBezTo>
                  <a:pt x="24609" y="9358"/>
                  <a:pt x="19498" y="11967"/>
                  <a:pt x="15560" y="15940"/>
                </a:cubicBezTo>
                <a:lnTo>
                  <a:pt x="15465" y="16035"/>
                </a:lnTo>
                <a:lnTo>
                  <a:pt x="16657" y="17227"/>
                </a:lnTo>
                <a:lnTo>
                  <a:pt x="16657" y="17227"/>
                </a:lnTo>
                <a:cubicBezTo>
                  <a:pt x="16690" y="17195"/>
                  <a:pt x="16713" y="17172"/>
                  <a:pt x="16746" y="17138"/>
                </a:cubicBezTo>
                <a:lnTo>
                  <a:pt x="16787" y="17097"/>
                </a:lnTo>
                <a:lnTo>
                  <a:pt x="15726" y="16035"/>
                </a:lnTo>
                <a:cubicBezTo>
                  <a:pt x="19616" y="12145"/>
                  <a:pt x="24645" y="9572"/>
                  <a:pt x="30088" y="8694"/>
                </a:cubicBezTo>
                <a:lnTo>
                  <a:pt x="30326" y="10176"/>
                </a:lnTo>
                <a:lnTo>
                  <a:pt x="30327" y="10186"/>
                </a:lnTo>
                <a:lnTo>
                  <a:pt x="30327" y="10186"/>
                </a:lnTo>
                <a:cubicBezTo>
                  <a:pt x="30392" y="10175"/>
                  <a:pt x="30448" y="10164"/>
                  <a:pt x="30504" y="10153"/>
                </a:cubicBezTo>
                <a:lnTo>
                  <a:pt x="30231" y="8469"/>
                </a:lnTo>
                <a:close/>
                <a:moveTo>
                  <a:pt x="16657" y="17227"/>
                </a:moveTo>
                <a:cubicBezTo>
                  <a:pt x="16655" y="17229"/>
                  <a:pt x="16653" y="17231"/>
                  <a:pt x="16651" y="17233"/>
                </a:cubicBezTo>
                <a:lnTo>
                  <a:pt x="16797" y="17372"/>
                </a:lnTo>
                <a:lnTo>
                  <a:pt x="16797" y="17372"/>
                </a:lnTo>
                <a:lnTo>
                  <a:pt x="16663" y="17233"/>
                </a:lnTo>
                <a:lnTo>
                  <a:pt x="16657" y="17227"/>
                </a:lnTo>
                <a:close/>
                <a:moveTo>
                  <a:pt x="28143" y="16865"/>
                </a:moveTo>
                <a:cubicBezTo>
                  <a:pt x="27894" y="16948"/>
                  <a:pt x="27645" y="17043"/>
                  <a:pt x="27396" y="17138"/>
                </a:cubicBezTo>
                <a:lnTo>
                  <a:pt x="27550" y="17506"/>
                </a:lnTo>
                <a:cubicBezTo>
                  <a:pt x="27788" y="17411"/>
                  <a:pt x="28037" y="17316"/>
                  <a:pt x="28274" y="17233"/>
                </a:cubicBezTo>
                <a:lnTo>
                  <a:pt x="28143" y="16865"/>
                </a:lnTo>
                <a:close/>
                <a:moveTo>
                  <a:pt x="5835" y="15667"/>
                </a:moveTo>
                <a:lnTo>
                  <a:pt x="7531" y="16806"/>
                </a:lnTo>
                <a:cubicBezTo>
                  <a:pt x="7377" y="17043"/>
                  <a:pt x="7211" y="17292"/>
                  <a:pt x="7057" y="17541"/>
                </a:cubicBezTo>
                <a:lnTo>
                  <a:pt x="7057" y="17553"/>
                </a:lnTo>
                <a:lnTo>
                  <a:pt x="5313" y="16486"/>
                </a:lnTo>
                <a:cubicBezTo>
                  <a:pt x="5479" y="16213"/>
                  <a:pt x="5657" y="15940"/>
                  <a:pt x="5835" y="15667"/>
                </a:cubicBezTo>
                <a:close/>
                <a:moveTo>
                  <a:pt x="5776" y="15395"/>
                </a:moveTo>
                <a:lnTo>
                  <a:pt x="5728" y="15478"/>
                </a:lnTo>
                <a:cubicBezTo>
                  <a:pt x="5515" y="15810"/>
                  <a:pt x="5301" y="16130"/>
                  <a:pt x="5100" y="16462"/>
                </a:cubicBezTo>
                <a:lnTo>
                  <a:pt x="5041" y="16545"/>
                </a:lnTo>
                <a:lnTo>
                  <a:pt x="7116" y="17826"/>
                </a:lnTo>
                <a:lnTo>
                  <a:pt x="7175" y="17743"/>
                </a:lnTo>
                <a:cubicBezTo>
                  <a:pt x="7365" y="17435"/>
                  <a:pt x="7555" y="17126"/>
                  <a:pt x="7768" y="16830"/>
                </a:cubicBezTo>
                <a:lnTo>
                  <a:pt x="7816" y="16747"/>
                </a:lnTo>
                <a:lnTo>
                  <a:pt x="5776" y="15395"/>
                </a:lnTo>
                <a:close/>
                <a:moveTo>
                  <a:pt x="12524" y="17292"/>
                </a:moveTo>
                <a:cubicBezTo>
                  <a:pt x="12358" y="17506"/>
                  <a:pt x="12204" y="17707"/>
                  <a:pt x="12038" y="17921"/>
                </a:cubicBezTo>
                <a:lnTo>
                  <a:pt x="12358" y="18158"/>
                </a:lnTo>
                <a:cubicBezTo>
                  <a:pt x="12512" y="17945"/>
                  <a:pt x="12666" y="17743"/>
                  <a:pt x="12832" y="17541"/>
                </a:cubicBezTo>
                <a:lnTo>
                  <a:pt x="12524" y="17292"/>
                </a:lnTo>
                <a:close/>
                <a:moveTo>
                  <a:pt x="25771" y="17873"/>
                </a:moveTo>
                <a:cubicBezTo>
                  <a:pt x="25534" y="17992"/>
                  <a:pt x="25297" y="18122"/>
                  <a:pt x="25072" y="18253"/>
                </a:cubicBezTo>
                <a:lnTo>
                  <a:pt x="25262" y="18585"/>
                </a:lnTo>
                <a:cubicBezTo>
                  <a:pt x="25487" y="18466"/>
                  <a:pt x="25712" y="18336"/>
                  <a:pt x="25949" y="18217"/>
                </a:cubicBezTo>
                <a:lnTo>
                  <a:pt x="25771" y="17873"/>
                </a:lnTo>
                <a:close/>
                <a:moveTo>
                  <a:pt x="29436" y="12110"/>
                </a:moveTo>
                <a:lnTo>
                  <a:pt x="29567" y="12750"/>
                </a:lnTo>
                <a:lnTo>
                  <a:pt x="29661" y="12726"/>
                </a:lnTo>
                <a:cubicBezTo>
                  <a:pt x="30004" y="12655"/>
                  <a:pt x="30347" y="12585"/>
                  <a:pt x="30701" y="12537"/>
                </a:cubicBezTo>
                <a:lnTo>
                  <a:pt x="30701" y="12537"/>
                </a:lnTo>
                <a:lnTo>
                  <a:pt x="30788" y="13094"/>
                </a:lnTo>
                <a:lnTo>
                  <a:pt x="30789" y="13103"/>
                </a:lnTo>
                <a:lnTo>
                  <a:pt x="30789" y="13103"/>
                </a:lnTo>
                <a:lnTo>
                  <a:pt x="30776" y="13106"/>
                </a:lnTo>
                <a:cubicBezTo>
                  <a:pt x="26270" y="13829"/>
                  <a:pt x="22107" y="15952"/>
                  <a:pt x="18881" y="19178"/>
                </a:cubicBezTo>
                <a:cubicBezTo>
                  <a:pt x="18878" y="19180"/>
                  <a:pt x="18876" y="19183"/>
                  <a:pt x="18873" y="19187"/>
                </a:cubicBezTo>
                <a:lnTo>
                  <a:pt x="18873" y="19187"/>
                </a:lnTo>
                <a:lnTo>
                  <a:pt x="18464" y="18777"/>
                </a:lnTo>
                <a:lnTo>
                  <a:pt x="18464" y="18777"/>
                </a:lnTo>
                <a:lnTo>
                  <a:pt x="18466" y="18775"/>
                </a:lnTo>
                <a:lnTo>
                  <a:pt x="18478" y="18751"/>
                </a:lnTo>
                <a:cubicBezTo>
                  <a:pt x="18762" y="18478"/>
                  <a:pt x="19047" y="18217"/>
                  <a:pt x="19332" y="17956"/>
                </a:cubicBezTo>
                <a:lnTo>
                  <a:pt x="19415" y="17885"/>
                </a:lnTo>
                <a:lnTo>
                  <a:pt x="18976" y="17411"/>
                </a:lnTo>
                <a:cubicBezTo>
                  <a:pt x="19296" y="17126"/>
                  <a:pt x="19616" y="16865"/>
                  <a:pt x="19936" y="16604"/>
                </a:cubicBezTo>
                <a:lnTo>
                  <a:pt x="20340" y="17114"/>
                </a:lnTo>
                <a:lnTo>
                  <a:pt x="20411" y="17055"/>
                </a:lnTo>
                <a:cubicBezTo>
                  <a:pt x="20719" y="16806"/>
                  <a:pt x="21028" y="16569"/>
                  <a:pt x="21348" y="16343"/>
                </a:cubicBezTo>
                <a:lnTo>
                  <a:pt x="21431" y="16296"/>
                </a:lnTo>
                <a:lnTo>
                  <a:pt x="21051" y="15762"/>
                </a:lnTo>
                <a:cubicBezTo>
                  <a:pt x="21395" y="15525"/>
                  <a:pt x="21739" y="15300"/>
                  <a:pt x="22095" y="15074"/>
                </a:cubicBezTo>
                <a:lnTo>
                  <a:pt x="22439" y="15632"/>
                </a:lnTo>
                <a:lnTo>
                  <a:pt x="22522" y="15573"/>
                </a:lnTo>
                <a:cubicBezTo>
                  <a:pt x="22842" y="15371"/>
                  <a:pt x="23186" y="15169"/>
                  <a:pt x="23530" y="14980"/>
                </a:cubicBezTo>
                <a:lnTo>
                  <a:pt x="23613" y="14932"/>
                </a:lnTo>
                <a:lnTo>
                  <a:pt x="23305" y="14363"/>
                </a:lnTo>
                <a:cubicBezTo>
                  <a:pt x="23672" y="14173"/>
                  <a:pt x="24040" y="13972"/>
                  <a:pt x="24419" y="13805"/>
                </a:cubicBezTo>
                <a:lnTo>
                  <a:pt x="24692" y="14398"/>
                </a:lnTo>
                <a:lnTo>
                  <a:pt x="24787" y="14351"/>
                </a:lnTo>
                <a:cubicBezTo>
                  <a:pt x="25143" y="14185"/>
                  <a:pt x="25499" y="14019"/>
                  <a:pt x="25855" y="13877"/>
                </a:cubicBezTo>
                <a:lnTo>
                  <a:pt x="25949" y="13841"/>
                </a:lnTo>
                <a:lnTo>
                  <a:pt x="25700" y="13248"/>
                </a:lnTo>
                <a:cubicBezTo>
                  <a:pt x="26092" y="13094"/>
                  <a:pt x="26483" y="12952"/>
                  <a:pt x="26874" y="12821"/>
                </a:cubicBezTo>
                <a:lnTo>
                  <a:pt x="27088" y="13438"/>
                </a:lnTo>
                <a:lnTo>
                  <a:pt x="27183" y="13402"/>
                </a:lnTo>
                <a:cubicBezTo>
                  <a:pt x="27550" y="13272"/>
                  <a:pt x="27918" y="13165"/>
                  <a:pt x="28298" y="13058"/>
                </a:cubicBezTo>
                <a:lnTo>
                  <a:pt x="28393" y="13035"/>
                </a:lnTo>
                <a:lnTo>
                  <a:pt x="28215" y="12406"/>
                </a:lnTo>
                <a:cubicBezTo>
                  <a:pt x="28618" y="12299"/>
                  <a:pt x="29021" y="12193"/>
                  <a:pt x="29436" y="12110"/>
                </a:cubicBezTo>
                <a:close/>
                <a:moveTo>
                  <a:pt x="11457" y="18715"/>
                </a:moveTo>
                <a:cubicBezTo>
                  <a:pt x="11314" y="18941"/>
                  <a:pt x="11160" y="19154"/>
                  <a:pt x="11018" y="19380"/>
                </a:cubicBezTo>
                <a:lnTo>
                  <a:pt x="11338" y="19593"/>
                </a:lnTo>
                <a:cubicBezTo>
                  <a:pt x="11492" y="19380"/>
                  <a:pt x="11635" y="19154"/>
                  <a:pt x="11789" y="18941"/>
                </a:cubicBezTo>
                <a:lnTo>
                  <a:pt x="11457" y="18715"/>
                </a:lnTo>
                <a:close/>
                <a:moveTo>
                  <a:pt x="23542" y="19202"/>
                </a:moveTo>
                <a:cubicBezTo>
                  <a:pt x="23328" y="19356"/>
                  <a:pt x="23115" y="19510"/>
                  <a:pt x="22901" y="19676"/>
                </a:cubicBezTo>
                <a:lnTo>
                  <a:pt x="23139" y="19984"/>
                </a:lnTo>
                <a:cubicBezTo>
                  <a:pt x="23340" y="19830"/>
                  <a:pt x="23554" y="19676"/>
                  <a:pt x="23767" y="19534"/>
                </a:cubicBezTo>
                <a:lnTo>
                  <a:pt x="23542" y="19202"/>
                </a:lnTo>
                <a:close/>
                <a:moveTo>
                  <a:pt x="4068" y="18668"/>
                </a:moveTo>
                <a:lnTo>
                  <a:pt x="5883" y="19617"/>
                </a:lnTo>
                <a:cubicBezTo>
                  <a:pt x="5740" y="19878"/>
                  <a:pt x="5610" y="20150"/>
                  <a:pt x="5479" y="20411"/>
                </a:cubicBezTo>
                <a:lnTo>
                  <a:pt x="3641" y="19522"/>
                </a:lnTo>
                <a:cubicBezTo>
                  <a:pt x="3783" y="19237"/>
                  <a:pt x="3926" y="18941"/>
                  <a:pt x="4068" y="18668"/>
                </a:cubicBezTo>
                <a:close/>
                <a:moveTo>
                  <a:pt x="3997" y="18395"/>
                </a:moveTo>
                <a:lnTo>
                  <a:pt x="3949" y="18490"/>
                </a:lnTo>
                <a:cubicBezTo>
                  <a:pt x="3772" y="18822"/>
                  <a:pt x="3594" y="19178"/>
                  <a:pt x="3416" y="19522"/>
                </a:cubicBezTo>
                <a:lnTo>
                  <a:pt x="3380" y="19617"/>
                </a:lnTo>
                <a:lnTo>
                  <a:pt x="5574" y="20672"/>
                </a:lnTo>
                <a:lnTo>
                  <a:pt x="5610" y="20577"/>
                </a:lnTo>
                <a:cubicBezTo>
                  <a:pt x="5764" y="20257"/>
                  <a:pt x="5930" y="19937"/>
                  <a:pt x="6096" y="19617"/>
                </a:cubicBezTo>
                <a:lnTo>
                  <a:pt x="6144" y="19534"/>
                </a:lnTo>
                <a:lnTo>
                  <a:pt x="3997" y="18395"/>
                </a:lnTo>
                <a:close/>
                <a:moveTo>
                  <a:pt x="31713" y="18964"/>
                </a:moveTo>
                <a:lnTo>
                  <a:pt x="31891" y="20044"/>
                </a:lnTo>
                <a:cubicBezTo>
                  <a:pt x="30824" y="20222"/>
                  <a:pt x="29780" y="20518"/>
                  <a:pt x="28772" y="20933"/>
                </a:cubicBezTo>
                <a:lnTo>
                  <a:pt x="28357" y="19913"/>
                </a:lnTo>
                <a:cubicBezTo>
                  <a:pt x="29436" y="19474"/>
                  <a:pt x="30563" y="19154"/>
                  <a:pt x="31713" y="18964"/>
                </a:cubicBezTo>
                <a:close/>
                <a:moveTo>
                  <a:pt x="10484" y="20210"/>
                </a:moveTo>
                <a:cubicBezTo>
                  <a:pt x="10342" y="20435"/>
                  <a:pt x="10211" y="20660"/>
                  <a:pt x="10081" y="20898"/>
                </a:cubicBezTo>
                <a:lnTo>
                  <a:pt x="10425" y="21087"/>
                </a:lnTo>
                <a:cubicBezTo>
                  <a:pt x="10555" y="20862"/>
                  <a:pt x="10686" y="20637"/>
                  <a:pt x="10816" y="20411"/>
                </a:cubicBezTo>
                <a:lnTo>
                  <a:pt x="10484" y="20210"/>
                </a:lnTo>
                <a:close/>
                <a:moveTo>
                  <a:pt x="30809" y="13270"/>
                </a:moveTo>
                <a:lnTo>
                  <a:pt x="30812" y="13296"/>
                </a:lnTo>
                <a:lnTo>
                  <a:pt x="31666" y="18573"/>
                </a:lnTo>
                <a:lnTo>
                  <a:pt x="31667" y="18583"/>
                </a:lnTo>
                <a:lnTo>
                  <a:pt x="31667" y="18583"/>
                </a:lnTo>
                <a:lnTo>
                  <a:pt x="31654" y="18585"/>
                </a:lnTo>
                <a:cubicBezTo>
                  <a:pt x="30480" y="18775"/>
                  <a:pt x="29318" y="19095"/>
                  <a:pt x="28215" y="19546"/>
                </a:cubicBezTo>
                <a:lnTo>
                  <a:pt x="26531" y="15466"/>
                </a:lnTo>
                <a:lnTo>
                  <a:pt x="26495" y="15383"/>
                </a:lnTo>
                <a:lnTo>
                  <a:pt x="26400" y="15418"/>
                </a:lnTo>
                <a:cubicBezTo>
                  <a:pt x="24064" y="16367"/>
                  <a:pt x="21929" y="17755"/>
                  <a:pt x="20091" y="19474"/>
                </a:cubicBezTo>
                <a:lnTo>
                  <a:pt x="20019" y="19546"/>
                </a:lnTo>
                <a:lnTo>
                  <a:pt x="21360" y="20981"/>
                </a:lnTo>
                <a:lnTo>
                  <a:pt x="21360" y="20981"/>
                </a:lnTo>
                <a:lnTo>
                  <a:pt x="21360" y="20981"/>
                </a:lnTo>
                <a:lnTo>
                  <a:pt x="21348" y="20992"/>
                </a:lnTo>
                <a:cubicBezTo>
                  <a:pt x="21230" y="21099"/>
                  <a:pt x="21124" y="21216"/>
                  <a:pt x="21006" y="21323"/>
                </a:cubicBezTo>
                <a:lnTo>
                  <a:pt x="21006" y="21323"/>
                </a:lnTo>
                <a:lnTo>
                  <a:pt x="19003" y="19317"/>
                </a:lnTo>
                <a:lnTo>
                  <a:pt x="19003" y="19317"/>
                </a:lnTo>
                <a:lnTo>
                  <a:pt x="19011" y="19308"/>
                </a:lnTo>
                <a:cubicBezTo>
                  <a:pt x="22214" y="16106"/>
                  <a:pt x="26341" y="13995"/>
                  <a:pt x="30800" y="13272"/>
                </a:cubicBezTo>
                <a:cubicBezTo>
                  <a:pt x="30803" y="13271"/>
                  <a:pt x="30806" y="13271"/>
                  <a:pt x="30809" y="13270"/>
                </a:cubicBezTo>
                <a:close/>
                <a:moveTo>
                  <a:pt x="9607" y="21763"/>
                </a:moveTo>
                <a:cubicBezTo>
                  <a:pt x="9476" y="22001"/>
                  <a:pt x="9358" y="22238"/>
                  <a:pt x="9239" y="22475"/>
                </a:cubicBezTo>
                <a:lnTo>
                  <a:pt x="9595" y="22641"/>
                </a:lnTo>
                <a:cubicBezTo>
                  <a:pt x="9713" y="22404"/>
                  <a:pt x="9832" y="22178"/>
                  <a:pt x="9951" y="21941"/>
                </a:cubicBezTo>
                <a:lnTo>
                  <a:pt x="9607" y="21763"/>
                </a:lnTo>
                <a:close/>
                <a:moveTo>
                  <a:pt x="26388" y="15632"/>
                </a:moveTo>
                <a:lnTo>
                  <a:pt x="28025" y="19617"/>
                </a:lnTo>
                <a:cubicBezTo>
                  <a:pt x="26258" y="20364"/>
                  <a:pt x="24645" y="21408"/>
                  <a:pt x="23245" y="22700"/>
                </a:cubicBezTo>
                <a:lnTo>
                  <a:pt x="21780" y="21141"/>
                </a:lnTo>
                <a:lnTo>
                  <a:pt x="21780" y="21141"/>
                </a:lnTo>
                <a:cubicBezTo>
                  <a:pt x="21790" y="21131"/>
                  <a:pt x="21798" y="21121"/>
                  <a:pt x="21798" y="21111"/>
                </a:cubicBezTo>
                <a:lnTo>
                  <a:pt x="21526" y="20826"/>
                </a:lnTo>
                <a:cubicBezTo>
                  <a:pt x="21518" y="20835"/>
                  <a:pt x="21509" y="20837"/>
                  <a:pt x="21505" y="20842"/>
                </a:cubicBezTo>
                <a:lnTo>
                  <a:pt x="21505" y="20842"/>
                </a:lnTo>
                <a:lnTo>
                  <a:pt x="21502" y="20838"/>
                </a:lnTo>
                <a:lnTo>
                  <a:pt x="20292" y="19546"/>
                </a:lnTo>
                <a:cubicBezTo>
                  <a:pt x="22083" y="17897"/>
                  <a:pt x="24147" y="16569"/>
                  <a:pt x="26388" y="15632"/>
                </a:cubicBezTo>
                <a:close/>
                <a:moveTo>
                  <a:pt x="21632" y="21265"/>
                </a:moveTo>
                <a:lnTo>
                  <a:pt x="23098" y="22837"/>
                </a:lnTo>
                <a:lnTo>
                  <a:pt x="23098" y="22837"/>
                </a:lnTo>
                <a:cubicBezTo>
                  <a:pt x="23096" y="22839"/>
                  <a:pt x="23093" y="22841"/>
                  <a:pt x="23091" y="22843"/>
                </a:cubicBezTo>
                <a:cubicBezTo>
                  <a:pt x="22996" y="22926"/>
                  <a:pt x="22901" y="23020"/>
                  <a:pt x="22807" y="23115"/>
                </a:cubicBezTo>
                <a:lnTo>
                  <a:pt x="22801" y="23121"/>
                </a:lnTo>
                <a:lnTo>
                  <a:pt x="22801" y="23121"/>
                </a:lnTo>
                <a:lnTo>
                  <a:pt x="21290" y="21607"/>
                </a:lnTo>
                <a:lnTo>
                  <a:pt x="21290" y="21607"/>
                </a:lnTo>
                <a:cubicBezTo>
                  <a:pt x="21397" y="21489"/>
                  <a:pt x="21514" y="21383"/>
                  <a:pt x="21621" y="21277"/>
                </a:cubicBezTo>
                <a:cubicBezTo>
                  <a:pt x="21625" y="21273"/>
                  <a:pt x="21628" y="21269"/>
                  <a:pt x="21632" y="21265"/>
                </a:cubicBezTo>
                <a:close/>
                <a:moveTo>
                  <a:pt x="2621" y="21823"/>
                </a:moveTo>
                <a:lnTo>
                  <a:pt x="4519" y="22582"/>
                </a:lnTo>
                <a:cubicBezTo>
                  <a:pt x="4412" y="22866"/>
                  <a:pt x="4293" y="23139"/>
                  <a:pt x="4199" y="23424"/>
                </a:cubicBezTo>
                <a:lnTo>
                  <a:pt x="2277" y="22724"/>
                </a:lnTo>
                <a:cubicBezTo>
                  <a:pt x="2396" y="22428"/>
                  <a:pt x="2503" y="22119"/>
                  <a:pt x="2621" y="21823"/>
                </a:cubicBezTo>
                <a:close/>
                <a:moveTo>
                  <a:pt x="19747" y="22700"/>
                </a:moveTo>
                <a:cubicBezTo>
                  <a:pt x="19581" y="22902"/>
                  <a:pt x="19415" y="23115"/>
                  <a:pt x="19260" y="23317"/>
                </a:cubicBezTo>
                <a:lnTo>
                  <a:pt x="19569" y="23566"/>
                </a:lnTo>
                <a:cubicBezTo>
                  <a:pt x="19723" y="23353"/>
                  <a:pt x="19889" y="23151"/>
                  <a:pt x="20055" y="22949"/>
                </a:cubicBezTo>
                <a:lnTo>
                  <a:pt x="19747" y="22700"/>
                </a:lnTo>
                <a:close/>
                <a:moveTo>
                  <a:pt x="2514" y="21574"/>
                </a:moveTo>
                <a:lnTo>
                  <a:pt x="2479" y="21657"/>
                </a:lnTo>
                <a:cubicBezTo>
                  <a:pt x="2325" y="22024"/>
                  <a:pt x="2194" y="22380"/>
                  <a:pt x="2052" y="22748"/>
                </a:cubicBezTo>
                <a:lnTo>
                  <a:pt x="2028" y="22843"/>
                </a:lnTo>
                <a:lnTo>
                  <a:pt x="4210" y="23637"/>
                </a:lnTo>
                <a:lnTo>
                  <a:pt x="4305" y="23673"/>
                </a:lnTo>
                <a:lnTo>
                  <a:pt x="4307" y="23669"/>
                </a:lnTo>
                <a:lnTo>
                  <a:pt x="4307" y="23669"/>
                </a:lnTo>
                <a:lnTo>
                  <a:pt x="4222" y="23637"/>
                </a:lnTo>
                <a:cubicBezTo>
                  <a:pt x="4376" y="23234"/>
                  <a:pt x="4531" y="22843"/>
                  <a:pt x="4697" y="22451"/>
                </a:cubicBezTo>
                <a:lnTo>
                  <a:pt x="2514" y="21574"/>
                </a:lnTo>
                <a:close/>
                <a:moveTo>
                  <a:pt x="4697" y="22451"/>
                </a:moveTo>
                <a:lnTo>
                  <a:pt x="4768" y="22475"/>
                </a:lnTo>
                <a:lnTo>
                  <a:pt x="4732" y="22570"/>
                </a:lnTo>
                <a:cubicBezTo>
                  <a:pt x="4602" y="22902"/>
                  <a:pt x="4471" y="23246"/>
                  <a:pt x="4341" y="23578"/>
                </a:cubicBezTo>
                <a:lnTo>
                  <a:pt x="4307" y="23669"/>
                </a:lnTo>
                <a:lnTo>
                  <a:pt x="4307" y="23669"/>
                </a:lnTo>
                <a:lnTo>
                  <a:pt x="4317" y="23673"/>
                </a:lnTo>
                <a:lnTo>
                  <a:pt x="4353" y="23578"/>
                </a:lnTo>
                <a:cubicBezTo>
                  <a:pt x="4471" y="23246"/>
                  <a:pt x="4602" y="22902"/>
                  <a:pt x="4744" y="22570"/>
                </a:cubicBezTo>
                <a:lnTo>
                  <a:pt x="4780" y="22475"/>
                </a:lnTo>
                <a:lnTo>
                  <a:pt x="4697" y="22451"/>
                </a:lnTo>
                <a:close/>
                <a:moveTo>
                  <a:pt x="28169" y="19989"/>
                </a:moveTo>
                <a:lnTo>
                  <a:pt x="28582" y="21004"/>
                </a:lnTo>
                <a:cubicBezTo>
                  <a:pt x="26993" y="21668"/>
                  <a:pt x="25522" y="22617"/>
                  <a:pt x="24253" y="23791"/>
                </a:cubicBezTo>
                <a:lnTo>
                  <a:pt x="23518" y="22997"/>
                </a:lnTo>
                <a:lnTo>
                  <a:pt x="23513" y="22991"/>
                </a:lnTo>
                <a:lnTo>
                  <a:pt x="23513" y="22991"/>
                </a:lnTo>
                <a:cubicBezTo>
                  <a:pt x="24884" y="21727"/>
                  <a:pt x="26456" y="20711"/>
                  <a:pt x="28169" y="19989"/>
                </a:cubicBezTo>
                <a:close/>
                <a:moveTo>
                  <a:pt x="23364" y="23127"/>
                </a:moveTo>
                <a:lnTo>
                  <a:pt x="24112" y="23911"/>
                </a:lnTo>
                <a:lnTo>
                  <a:pt x="24112" y="23911"/>
                </a:lnTo>
                <a:lnTo>
                  <a:pt x="24099" y="23922"/>
                </a:lnTo>
                <a:lnTo>
                  <a:pt x="23850" y="24171"/>
                </a:lnTo>
                <a:lnTo>
                  <a:pt x="23080" y="23399"/>
                </a:lnTo>
                <a:lnTo>
                  <a:pt x="23091" y="23388"/>
                </a:lnTo>
                <a:cubicBezTo>
                  <a:pt x="23174" y="23305"/>
                  <a:pt x="23269" y="23210"/>
                  <a:pt x="23364" y="23127"/>
                </a:cubicBezTo>
                <a:close/>
                <a:moveTo>
                  <a:pt x="8824" y="23364"/>
                </a:moveTo>
                <a:cubicBezTo>
                  <a:pt x="8717" y="23613"/>
                  <a:pt x="8610" y="23851"/>
                  <a:pt x="8515" y="24100"/>
                </a:cubicBezTo>
                <a:lnTo>
                  <a:pt x="8883" y="24242"/>
                </a:lnTo>
                <a:cubicBezTo>
                  <a:pt x="8978" y="24005"/>
                  <a:pt x="9085" y="23768"/>
                  <a:pt x="9180" y="23530"/>
                </a:cubicBezTo>
                <a:lnTo>
                  <a:pt x="8824" y="23364"/>
                </a:lnTo>
                <a:close/>
                <a:moveTo>
                  <a:pt x="3582" y="25511"/>
                </a:moveTo>
                <a:lnTo>
                  <a:pt x="3700" y="25547"/>
                </a:lnTo>
                <a:lnTo>
                  <a:pt x="3677" y="25641"/>
                </a:lnTo>
                <a:lnTo>
                  <a:pt x="3712" y="25547"/>
                </a:lnTo>
                <a:lnTo>
                  <a:pt x="3594" y="25511"/>
                </a:lnTo>
                <a:close/>
                <a:moveTo>
                  <a:pt x="18241" y="24799"/>
                </a:moveTo>
                <a:cubicBezTo>
                  <a:pt x="18110" y="25025"/>
                  <a:pt x="17968" y="25250"/>
                  <a:pt x="17837" y="25475"/>
                </a:cubicBezTo>
                <a:lnTo>
                  <a:pt x="18181" y="25677"/>
                </a:lnTo>
                <a:cubicBezTo>
                  <a:pt x="18312" y="25452"/>
                  <a:pt x="18442" y="25226"/>
                  <a:pt x="18573" y="25001"/>
                </a:cubicBezTo>
                <a:lnTo>
                  <a:pt x="18241" y="24799"/>
                </a:lnTo>
                <a:close/>
                <a:moveTo>
                  <a:pt x="8148" y="25025"/>
                </a:moveTo>
                <a:cubicBezTo>
                  <a:pt x="8053" y="25262"/>
                  <a:pt x="7958" y="25523"/>
                  <a:pt x="7875" y="25760"/>
                </a:cubicBezTo>
                <a:lnTo>
                  <a:pt x="8255" y="25891"/>
                </a:lnTo>
                <a:cubicBezTo>
                  <a:pt x="8338" y="25641"/>
                  <a:pt x="8421" y="25392"/>
                  <a:pt x="8515" y="25143"/>
                </a:cubicBezTo>
                <a:lnTo>
                  <a:pt x="8148" y="25025"/>
                </a:lnTo>
                <a:close/>
                <a:moveTo>
                  <a:pt x="28669" y="21192"/>
                </a:moveTo>
                <a:lnTo>
                  <a:pt x="29816" y="23993"/>
                </a:lnTo>
                <a:cubicBezTo>
                  <a:pt x="28582" y="24515"/>
                  <a:pt x="27444" y="25238"/>
                  <a:pt x="26471" y="26151"/>
                </a:cubicBezTo>
                <a:lnTo>
                  <a:pt x="24396" y="23946"/>
                </a:lnTo>
                <a:lnTo>
                  <a:pt x="24395" y="23945"/>
                </a:lnTo>
                <a:lnTo>
                  <a:pt x="24408" y="23934"/>
                </a:lnTo>
                <a:cubicBezTo>
                  <a:pt x="25653" y="22771"/>
                  <a:pt x="27100" y="21846"/>
                  <a:pt x="28665" y="21194"/>
                </a:cubicBezTo>
                <a:cubicBezTo>
                  <a:pt x="28667" y="21193"/>
                  <a:pt x="28668" y="21193"/>
                  <a:pt x="28669" y="21192"/>
                </a:cubicBezTo>
                <a:close/>
                <a:moveTo>
                  <a:pt x="1506" y="25120"/>
                </a:moveTo>
                <a:lnTo>
                  <a:pt x="3463" y="25689"/>
                </a:lnTo>
                <a:cubicBezTo>
                  <a:pt x="3380" y="25974"/>
                  <a:pt x="3297" y="26258"/>
                  <a:pt x="3226" y="26543"/>
                </a:cubicBezTo>
                <a:lnTo>
                  <a:pt x="3226" y="26555"/>
                </a:lnTo>
                <a:lnTo>
                  <a:pt x="1257" y="26057"/>
                </a:lnTo>
                <a:cubicBezTo>
                  <a:pt x="1328" y="25736"/>
                  <a:pt x="1411" y="25428"/>
                  <a:pt x="1506" y="25120"/>
                </a:cubicBezTo>
                <a:close/>
                <a:moveTo>
                  <a:pt x="1364" y="24871"/>
                </a:moveTo>
                <a:lnTo>
                  <a:pt x="1340" y="24965"/>
                </a:lnTo>
                <a:cubicBezTo>
                  <a:pt x="1234" y="25345"/>
                  <a:pt x="1127" y="25725"/>
                  <a:pt x="1032" y="26092"/>
                </a:cubicBezTo>
                <a:lnTo>
                  <a:pt x="1008" y="26187"/>
                </a:lnTo>
                <a:lnTo>
                  <a:pt x="3226" y="26756"/>
                </a:lnTo>
                <a:lnTo>
                  <a:pt x="3368" y="26780"/>
                </a:lnTo>
                <a:lnTo>
                  <a:pt x="3369" y="26778"/>
                </a:lnTo>
                <a:lnTo>
                  <a:pt x="3369" y="26778"/>
                </a:lnTo>
                <a:lnTo>
                  <a:pt x="3238" y="26756"/>
                </a:lnTo>
                <a:cubicBezTo>
                  <a:pt x="3345" y="26341"/>
                  <a:pt x="3463" y="25914"/>
                  <a:pt x="3582" y="25511"/>
                </a:cubicBezTo>
                <a:lnTo>
                  <a:pt x="1364" y="24871"/>
                </a:lnTo>
                <a:close/>
                <a:moveTo>
                  <a:pt x="3677" y="25641"/>
                </a:moveTo>
                <a:cubicBezTo>
                  <a:pt x="3570" y="25985"/>
                  <a:pt x="3475" y="26341"/>
                  <a:pt x="3392" y="26685"/>
                </a:cubicBezTo>
                <a:lnTo>
                  <a:pt x="3369" y="26778"/>
                </a:lnTo>
                <a:lnTo>
                  <a:pt x="3369" y="26778"/>
                </a:lnTo>
                <a:lnTo>
                  <a:pt x="3380" y="26780"/>
                </a:lnTo>
                <a:lnTo>
                  <a:pt x="3404" y="26685"/>
                </a:lnTo>
                <a:cubicBezTo>
                  <a:pt x="3487" y="26341"/>
                  <a:pt x="3582" y="25985"/>
                  <a:pt x="3677" y="25641"/>
                </a:cubicBezTo>
                <a:close/>
                <a:moveTo>
                  <a:pt x="33836" y="25416"/>
                </a:moveTo>
                <a:lnTo>
                  <a:pt x="33919" y="26792"/>
                </a:lnTo>
                <a:lnTo>
                  <a:pt x="34097" y="26780"/>
                </a:lnTo>
                <a:lnTo>
                  <a:pt x="34061" y="25416"/>
                </a:lnTo>
                <a:close/>
                <a:moveTo>
                  <a:pt x="34904" y="25416"/>
                </a:moveTo>
                <a:lnTo>
                  <a:pt x="34821" y="26804"/>
                </a:lnTo>
                <a:lnTo>
                  <a:pt x="35010" y="26816"/>
                </a:lnTo>
                <a:lnTo>
                  <a:pt x="35117" y="25440"/>
                </a:lnTo>
                <a:lnTo>
                  <a:pt x="34904" y="25416"/>
                </a:lnTo>
                <a:close/>
                <a:moveTo>
                  <a:pt x="32994" y="25499"/>
                </a:moveTo>
                <a:lnTo>
                  <a:pt x="32792" y="25535"/>
                </a:lnTo>
                <a:lnTo>
                  <a:pt x="33018" y="26899"/>
                </a:lnTo>
                <a:cubicBezTo>
                  <a:pt x="33077" y="26887"/>
                  <a:pt x="33136" y="26875"/>
                  <a:pt x="33196" y="26875"/>
                </a:cubicBezTo>
                <a:lnTo>
                  <a:pt x="32994" y="25499"/>
                </a:lnTo>
                <a:close/>
                <a:moveTo>
                  <a:pt x="31962" y="25725"/>
                </a:moveTo>
                <a:lnTo>
                  <a:pt x="31761" y="25772"/>
                </a:lnTo>
                <a:lnTo>
                  <a:pt x="32140" y="27100"/>
                </a:lnTo>
                <a:lnTo>
                  <a:pt x="32318" y="27053"/>
                </a:lnTo>
                <a:lnTo>
                  <a:pt x="31962" y="25725"/>
                </a:lnTo>
                <a:close/>
                <a:moveTo>
                  <a:pt x="30942" y="26045"/>
                </a:moveTo>
                <a:lnTo>
                  <a:pt x="30753" y="26128"/>
                </a:lnTo>
                <a:lnTo>
                  <a:pt x="31286" y="27397"/>
                </a:lnTo>
                <a:lnTo>
                  <a:pt x="31452" y="27337"/>
                </a:lnTo>
                <a:lnTo>
                  <a:pt x="30942" y="26045"/>
                </a:lnTo>
                <a:close/>
                <a:moveTo>
                  <a:pt x="7579" y="26709"/>
                </a:moveTo>
                <a:cubicBezTo>
                  <a:pt x="7496" y="26970"/>
                  <a:pt x="7424" y="27219"/>
                  <a:pt x="7365" y="27480"/>
                </a:cubicBezTo>
                <a:lnTo>
                  <a:pt x="7745" y="27575"/>
                </a:lnTo>
                <a:cubicBezTo>
                  <a:pt x="7804" y="27326"/>
                  <a:pt x="7875" y="27077"/>
                  <a:pt x="7958" y="26827"/>
                </a:cubicBezTo>
                <a:lnTo>
                  <a:pt x="7579" y="26709"/>
                </a:lnTo>
                <a:close/>
                <a:moveTo>
                  <a:pt x="29982" y="26495"/>
                </a:moveTo>
                <a:lnTo>
                  <a:pt x="29792" y="26602"/>
                </a:lnTo>
                <a:lnTo>
                  <a:pt x="30468" y="27800"/>
                </a:lnTo>
                <a:lnTo>
                  <a:pt x="30634" y="27717"/>
                </a:lnTo>
                <a:lnTo>
                  <a:pt x="29982" y="26495"/>
                </a:lnTo>
                <a:close/>
                <a:moveTo>
                  <a:pt x="29069" y="27053"/>
                </a:moveTo>
                <a:lnTo>
                  <a:pt x="28902" y="27171"/>
                </a:lnTo>
                <a:lnTo>
                  <a:pt x="29709" y="28286"/>
                </a:lnTo>
                <a:lnTo>
                  <a:pt x="29851" y="28179"/>
                </a:lnTo>
                <a:lnTo>
                  <a:pt x="29069" y="27053"/>
                </a:lnTo>
                <a:close/>
                <a:moveTo>
                  <a:pt x="2811" y="28689"/>
                </a:moveTo>
                <a:lnTo>
                  <a:pt x="2953" y="28713"/>
                </a:lnTo>
                <a:lnTo>
                  <a:pt x="2941" y="28808"/>
                </a:lnTo>
                <a:lnTo>
                  <a:pt x="2965" y="28713"/>
                </a:lnTo>
                <a:lnTo>
                  <a:pt x="2811" y="28689"/>
                </a:lnTo>
                <a:close/>
                <a:moveTo>
                  <a:pt x="28226" y="27705"/>
                </a:moveTo>
                <a:cubicBezTo>
                  <a:pt x="28179" y="27741"/>
                  <a:pt x="28132" y="27788"/>
                  <a:pt x="28084" y="27847"/>
                </a:cubicBezTo>
                <a:lnTo>
                  <a:pt x="29009" y="28867"/>
                </a:lnTo>
                <a:cubicBezTo>
                  <a:pt x="29057" y="28832"/>
                  <a:pt x="29104" y="28784"/>
                  <a:pt x="29152" y="28749"/>
                </a:cubicBezTo>
                <a:lnTo>
                  <a:pt x="28226" y="27705"/>
                </a:lnTo>
                <a:close/>
                <a:moveTo>
                  <a:pt x="7116" y="28440"/>
                </a:moveTo>
                <a:cubicBezTo>
                  <a:pt x="7057" y="28689"/>
                  <a:pt x="7009" y="28950"/>
                  <a:pt x="6950" y="29211"/>
                </a:cubicBezTo>
                <a:lnTo>
                  <a:pt x="7341" y="29294"/>
                </a:lnTo>
                <a:cubicBezTo>
                  <a:pt x="7389" y="29033"/>
                  <a:pt x="7448" y="28784"/>
                  <a:pt x="7507" y="28523"/>
                </a:cubicBezTo>
                <a:lnTo>
                  <a:pt x="7116" y="28440"/>
                </a:lnTo>
                <a:close/>
                <a:moveTo>
                  <a:pt x="27467" y="28440"/>
                </a:moveTo>
                <a:cubicBezTo>
                  <a:pt x="27420" y="28500"/>
                  <a:pt x="27373" y="28547"/>
                  <a:pt x="27337" y="28606"/>
                </a:cubicBezTo>
                <a:lnTo>
                  <a:pt x="28369" y="29508"/>
                </a:lnTo>
                <a:cubicBezTo>
                  <a:pt x="28404" y="29460"/>
                  <a:pt x="28452" y="29413"/>
                  <a:pt x="28487" y="29377"/>
                </a:cubicBezTo>
                <a:lnTo>
                  <a:pt x="27467" y="28440"/>
                </a:lnTo>
                <a:close/>
                <a:moveTo>
                  <a:pt x="712" y="28512"/>
                </a:moveTo>
                <a:lnTo>
                  <a:pt x="2728" y="28867"/>
                </a:lnTo>
                <a:cubicBezTo>
                  <a:pt x="2669" y="29164"/>
                  <a:pt x="2621" y="29460"/>
                  <a:pt x="2586" y="29757"/>
                </a:cubicBezTo>
                <a:lnTo>
                  <a:pt x="569" y="29460"/>
                </a:lnTo>
                <a:cubicBezTo>
                  <a:pt x="617" y="29140"/>
                  <a:pt x="664" y="28820"/>
                  <a:pt x="712" y="28512"/>
                </a:cubicBezTo>
                <a:close/>
                <a:moveTo>
                  <a:pt x="2941" y="28808"/>
                </a:moveTo>
                <a:lnTo>
                  <a:pt x="2941" y="28808"/>
                </a:lnTo>
                <a:cubicBezTo>
                  <a:pt x="2870" y="29176"/>
                  <a:pt x="2811" y="29531"/>
                  <a:pt x="2763" y="29875"/>
                </a:cubicBezTo>
                <a:cubicBezTo>
                  <a:pt x="2823" y="29531"/>
                  <a:pt x="2882" y="29176"/>
                  <a:pt x="2941" y="28808"/>
                </a:cubicBezTo>
                <a:close/>
                <a:moveTo>
                  <a:pt x="569" y="28274"/>
                </a:moveTo>
                <a:lnTo>
                  <a:pt x="546" y="28381"/>
                </a:lnTo>
                <a:cubicBezTo>
                  <a:pt x="475" y="28761"/>
                  <a:pt x="415" y="29152"/>
                  <a:pt x="356" y="29531"/>
                </a:cubicBezTo>
                <a:lnTo>
                  <a:pt x="344" y="29626"/>
                </a:lnTo>
                <a:lnTo>
                  <a:pt x="2586" y="29958"/>
                </a:lnTo>
                <a:cubicBezTo>
                  <a:pt x="2645" y="29531"/>
                  <a:pt x="2716" y="29105"/>
                  <a:pt x="2811" y="28689"/>
                </a:cubicBezTo>
                <a:lnTo>
                  <a:pt x="569" y="28274"/>
                </a:lnTo>
                <a:close/>
                <a:moveTo>
                  <a:pt x="2586" y="29958"/>
                </a:moveTo>
                <a:lnTo>
                  <a:pt x="2740" y="29982"/>
                </a:lnTo>
                <a:lnTo>
                  <a:pt x="2740" y="29980"/>
                </a:lnTo>
                <a:lnTo>
                  <a:pt x="2740" y="29980"/>
                </a:lnTo>
                <a:lnTo>
                  <a:pt x="2586" y="29958"/>
                </a:lnTo>
                <a:close/>
                <a:moveTo>
                  <a:pt x="2763" y="29875"/>
                </a:moveTo>
                <a:lnTo>
                  <a:pt x="2740" y="29980"/>
                </a:lnTo>
                <a:lnTo>
                  <a:pt x="2740" y="29980"/>
                </a:lnTo>
                <a:lnTo>
                  <a:pt x="2752" y="29982"/>
                </a:lnTo>
                <a:lnTo>
                  <a:pt x="2763" y="29875"/>
                </a:lnTo>
                <a:close/>
                <a:moveTo>
                  <a:pt x="26803" y="29259"/>
                </a:moveTo>
                <a:cubicBezTo>
                  <a:pt x="26756" y="29318"/>
                  <a:pt x="26720" y="29377"/>
                  <a:pt x="26685" y="29437"/>
                </a:cubicBezTo>
                <a:lnTo>
                  <a:pt x="27811" y="30219"/>
                </a:lnTo>
                <a:lnTo>
                  <a:pt x="27918" y="30077"/>
                </a:lnTo>
                <a:lnTo>
                  <a:pt x="26803" y="29259"/>
                </a:lnTo>
                <a:close/>
                <a:moveTo>
                  <a:pt x="16153" y="29496"/>
                </a:moveTo>
                <a:cubicBezTo>
                  <a:pt x="16070" y="29757"/>
                  <a:pt x="15999" y="30006"/>
                  <a:pt x="15940" y="30267"/>
                </a:cubicBezTo>
                <a:lnTo>
                  <a:pt x="16331" y="30362"/>
                </a:lnTo>
                <a:cubicBezTo>
                  <a:pt x="16390" y="30113"/>
                  <a:pt x="16450" y="29852"/>
                  <a:pt x="16521" y="29603"/>
                </a:cubicBezTo>
                <a:lnTo>
                  <a:pt x="16153" y="29496"/>
                </a:lnTo>
                <a:close/>
                <a:moveTo>
                  <a:pt x="26222" y="30148"/>
                </a:moveTo>
                <a:lnTo>
                  <a:pt x="26127" y="30338"/>
                </a:lnTo>
                <a:lnTo>
                  <a:pt x="27337" y="30990"/>
                </a:lnTo>
                <a:cubicBezTo>
                  <a:pt x="27361" y="30943"/>
                  <a:pt x="27396" y="30883"/>
                  <a:pt x="27420" y="30836"/>
                </a:cubicBezTo>
                <a:lnTo>
                  <a:pt x="26222" y="30148"/>
                </a:lnTo>
                <a:close/>
                <a:moveTo>
                  <a:pt x="6772" y="30184"/>
                </a:moveTo>
                <a:cubicBezTo>
                  <a:pt x="6737" y="30445"/>
                  <a:pt x="6689" y="30706"/>
                  <a:pt x="6653" y="30966"/>
                </a:cubicBezTo>
                <a:lnTo>
                  <a:pt x="7045" y="31026"/>
                </a:lnTo>
                <a:cubicBezTo>
                  <a:pt x="7080" y="30765"/>
                  <a:pt x="7116" y="30504"/>
                  <a:pt x="7163" y="30255"/>
                </a:cubicBezTo>
                <a:lnTo>
                  <a:pt x="6772" y="30184"/>
                </a:lnTo>
                <a:close/>
                <a:moveTo>
                  <a:pt x="17884" y="18454"/>
                </a:moveTo>
                <a:lnTo>
                  <a:pt x="18745" y="19314"/>
                </a:lnTo>
                <a:lnTo>
                  <a:pt x="18739" y="19320"/>
                </a:lnTo>
                <a:cubicBezTo>
                  <a:pt x="15430" y="22653"/>
                  <a:pt x="13295" y="26970"/>
                  <a:pt x="12643" y="31619"/>
                </a:cubicBezTo>
                <a:lnTo>
                  <a:pt x="12026" y="31121"/>
                </a:lnTo>
                <a:lnTo>
                  <a:pt x="11457" y="31038"/>
                </a:lnTo>
                <a:cubicBezTo>
                  <a:pt x="11516" y="30623"/>
                  <a:pt x="11599" y="30207"/>
                  <a:pt x="11682" y="29804"/>
                </a:cubicBezTo>
                <a:lnTo>
                  <a:pt x="12322" y="29958"/>
                </a:lnTo>
                <a:lnTo>
                  <a:pt x="12346" y="29864"/>
                </a:lnTo>
                <a:cubicBezTo>
                  <a:pt x="12417" y="29484"/>
                  <a:pt x="12512" y="29105"/>
                  <a:pt x="12619" y="28725"/>
                </a:cubicBezTo>
                <a:lnTo>
                  <a:pt x="12655" y="28630"/>
                </a:lnTo>
                <a:lnTo>
                  <a:pt x="12026" y="28452"/>
                </a:lnTo>
                <a:cubicBezTo>
                  <a:pt x="12133" y="28061"/>
                  <a:pt x="12251" y="27658"/>
                  <a:pt x="12394" y="27266"/>
                </a:cubicBezTo>
                <a:lnTo>
                  <a:pt x="13010" y="27480"/>
                </a:lnTo>
                <a:lnTo>
                  <a:pt x="13034" y="27385"/>
                </a:lnTo>
                <a:cubicBezTo>
                  <a:pt x="13165" y="27017"/>
                  <a:pt x="13307" y="26650"/>
                  <a:pt x="13449" y="26294"/>
                </a:cubicBezTo>
                <a:lnTo>
                  <a:pt x="13485" y="26199"/>
                </a:lnTo>
                <a:lnTo>
                  <a:pt x="12892" y="25962"/>
                </a:lnTo>
                <a:cubicBezTo>
                  <a:pt x="13034" y="25582"/>
                  <a:pt x="13212" y="25191"/>
                  <a:pt x="13390" y="24823"/>
                </a:cubicBezTo>
                <a:lnTo>
                  <a:pt x="13983" y="25096"/>
                </a:lnTo>
                <a:lnTo>
                  <a:pt x="14030" y="25013"/>
                </a:lnTo>
                <a:cubicBezTo>
                  <a:pt x="14196" y="24657"/>
                  <a:pt x="14374" y="24313"/>
                  <a:pt x="14564" y="23969"/>
                </a:cubicBezTo>
                <a:lnTo>
                  <a:pt x="14611" y="23886"/>
                </a:lnTo>
                <a:lnTo>
                  <a:pt x="14042" y="23578"/>
                </a:lnTo>
                <a:cubicBezTo>
                  <a:pt x="14232" y="23222"/>
                  <a:pt x="14445" y="22854"/>
                  <a:pt x="14671" y="22499"/>
                </a:cubicBezTo>
                <a:lnTo>
                  <a:pt x="15216" y="22843"/>
                </a:lnTo>
                <a:lnTo>
                  <a:pt x="15264" y="22760"/>
                </a:lnTo>
                <a:cubicBezTo>
                  <a:pt x="15465" y="22439"/>
                  <a:pt x="15691" y="22107"/>
                  <a:pt x="15916" y="21787"/>
                </a:cubicBezTo>
                <a:lnTo>
                  <a:pt x="15975" y="21704"/>
                </a:lnTo>
                <a:lnTo>
                  <a:pt x="15442" y="21336"/>
                </a:lnTo>
                <a:cubicBezTo>
                  <a:pt x="15691" y="20992"/>
                  <a:pt x="15940" y="20660"/>
                  <a:pt x="16201" y="20340"/>
                </a:cubicBezTo>
                <a:lnTo>
                  <a:pt x="16699" y="20743"/>
                </a:lnTo>
                <a:lnTo>
                  <a:pt x="16758" y="20660"/>
                </a:lnTo>
                <a:cubicBezTo>
                  <a:pt x="17007" y="20364"/>
                  <a:pt x="17256" y="20056"/>
                  <a:pt x="17517" y="19771"/>
                </a:cubicBezTo>
                <a:lnTo>
                  <a:pt x="17588" y="19700"/>
                </a:lnTo>
                <a:lnTo>
                  <a:pt x="17102" y="19273"/>
                </a:lnTo>
                <a:cubicBezTo>
                  <a:pt x="17351" y="19000"/>
                  <a:pt x="17612" y="18727"/>
                  <a:pt x="17873" y="18466"/>
                </a:cubicBezTo>
                <a:lnTo>
                  <a:pt x="17884" y="18454"/>
                </a:lnTo>
                <a:close/>
                <a:moveTo>
                  <a:pt x="25760" y="31109"/>
                </a:moveTo>
                <a:cubicBezTo>
                  <a:pt x="25724" y="31180"/>
                  <a:pt x="25700" y="31239"/>
                  <a:pt x="25677" y="31310"/>
                </a:cubicBezTo>
                <a:lnTo>
                  <a:pt x="26957" y="31809"/>
                </a:lnTo>
                <a:cubicBezTo>
                  <a:pt x="26981" y="31761"/>
                  <a:pt x="27005" y="31702"/>
                  <a:pt x="27029" y="31642"/>
                </a:cubicBezTo>
                <a:lnTo>
                  <a:pt x="25760" y="31109"/>
                </a:lnTo>
                <a:close/>
                <a:moveTo>
                  <a:pt x="25404" y="32105"/>
                </a:moveTo>
                <a:cubicBezTo>
                  <a:pt x="25380" y="32176"/>
                  <a:pt x="25356" y="32247"/>
                  <a:pt x="25345" y="32318"/>
                </a:cubicBezTo>
                <a:lnTo>
                  <a:pt x="26673" y="32674"/>
                </a:lnTo>
                <a:cubicBezTo>
                  <a:pt x="26697" y="32615"/>
                  <a:pt x="26708" y="32556"/>
                  <a:pt x="26720" y="32496"/>
                </a:cubicBezTo>
                <a:lnTo>
                  <a:pt x="25404" y="32105"/>
                </a:lnTo>
                <a:close/>
                <a:moveTo>
                  <a:pt x="6535" y="31963"/>
                </a:moveTo>
                <a:cubicBezTo>
                  <a:pt x="6511" y="32224"/>
                  <a:pt x="6487" y="32485"/>
                  <a:pt x="6476" y="32745"/>
                </a:cubicBezTo>
                <a:lnTo>
                  <a:pt x="6867" y="32769"/>
                </a:lnTo>
                <a:cubicBezTo>
                  <a:pt x="6891" y="32520"/>
                  <a:pt x="6903" y="32259"/>
                  <a:pt x="6938" y="31998"/>
                </a:cubicBezTo>
                <a:lnTo>
                  <a:pt x="6535" y="31963"/>
                </a:lnTo>
                <a:close/>
                <a:moveTo>
                  <a:pt x="15608" y="32022"/>
                </a:moveTo>
                <a:cubicBezTo>
                  <a:pt x="15572" y="32283"/>
                  <a:pt x="15536" y="32544"/>
                  <a:pt x="15501" y="32805"/>
                </a:cubicBezTo>
                <a:lnTo>
                  <a:pt x="15904" y="32852"/>
                </a:lnTo>
                <a:cubicBezTo>
                  <a:pt x="15928" y="32591"/>
                  <a:pt x="15963" y="32330"/>
                  <a:pt x="15999" y="32081"/>
                </a:cubicBezTo>
                <a:lnTo>
                  <a:pt x="15608" y="32022"/>
                </a:lnTo>
                <a:close/>
                <a:moveTo>
                  <a:pt x="285" y="31963"/>
                </a:moveTo>
                <a:lnTo>
                  <a:pt x="2325" y="32117"/>
                </a:lnTo>
                <a:cubicBezTo>
                  <a:pt x="2289" y="32413"/>
                  <a:pt x="2277" y="32722"/>
                  <a:pt x="2265" y="33018"/>
                </a:cubicBezTo>
                <a:lnTo>
                  <a:pt x="225" y="32923"/>
                </a:lnTo>
                <a:cubicBezTo>
                  <a:pt x="237" y="32603"/>
                  <a:pt x="261" y="32283"/>
                  <a:pt x="285" y="31963"/>
                </a:cubicBezTo>
                <a:close/>
                <a:moveTo>
                  <a:pt x="107" y="31749"/>
                </a:moveTo>
                <a:lnTo>
                  <a:pt x="95" y="31844"/>
                </a:lnTo>
                <a:cubicBezTo>
                  <a:pt x="71" y="32235"/>
                  <a:pt x="48" y="32627"/>
                  <a:pt x="24" y="33006"/>
                </a:cubicBezTo>
                <a:lnTo>
                  <a:pt x="24" y="33113"/>
                </a:lnTo>
                <a:lnTo>
                  <a:pt x="2455" y="33220"/>
                </a:lnTo>
                <a:lnTo>
                  <a:pt x="2455" y="33125"/>
                </a:lnTo>
                <a:cubicBezTo>
                  <a:pt x="2467" y="32757"/>
                  <a:pt x="2491" y="32402"/>
                  <a:pt x="2526" y="32034"/>
                </a:cubicBezTo>
                <a:lnTo>
                  <a:pt x="2526" y="31939"/>
                </a:lnTo>
                <a:lnTo>
                  <a:pt x="107" y="31749"/>
                </a:lnTo>
                <a:close/>
                <a:moveTo>
                  <a:pt x="25155" y="33149"/>
                </a:moveTo>
                <a:cubicBezTo>
                  <a:pt x="25143" y="33220"/>
                  <a:pt x="25131" y="33291"/>
                  <a:pt x="25131" y="33362"/>
                </a:cubicBezTo>
                <a:lnTo>
                  <a:pt x="26495" y="33564"/>
                </a:lnTo>
                <a:cubicBezTo>
                  <a:pt x="26495" y="33504"/>
                  <a:pt x="26507" y="33445"/>
                  <a:pt x="26519" y="33386"/>
                </a:cubicBezTo>
                <a:lnTo>
                  <a:pt x="25155" y="33149"/>
                </a:lnTo>
                <a:close/>
                <a:moveTo>
                  <a:pt x="15145" y="27041"/>
                </a:moveTo>
                <a:lnTo>
                  <a:pt x="16768" y="27699"/>
                </a:lnTo>
                <a:lnTo>
                  <a:pt x="16768" y="27699"/>
                </a:lnTo>
                <a:cubicBezTo>
                  <a:pt x="16757" y="27733"/>
                  <a:pt x="16745" y="27766"/>
                  <a:pt x="16734" y="27800"/>
                </a:cubicBezTo>
                <a:lnTo>
                  <a:pt x="17102" y="27942"/>
                </a:lnTo>
                <a:lnTo>
                  <a:pt x="17138" y="27847"/>
                </a:lnTo>
                <a:cubicBezTo>
                  <a:pt x="17138" y="27846"/>
                  <a:pt x="17139" y="27845"/>
                  <a:pt x="17139" y="27843"/>
                </a:cubicBezTo>
                <a:lnTo>
                  <a:pt x="17139" y="27843"/>
                </a:lnTo>
                <a:lnTo>
                  <a:pt x="17149" y="27847"/>
                </a:lnTo>
                <a:lnTo>
                  <a:pt x="19138" y="28664"/>
                </a:lnTo>
                <a:lnTo>
                  <a:pt x="19138" y="28664"/>
                </a:lnTo>
                <a:cubicBezTo>
                  <a:pt x="18429" y="30440"/>
                  <a:pt x="18039" y="32322"/>
                  <a:pt x="17980" y="34228"/>
                </a:cubicBezTo>
                <a:lnTo>
                  <a:pt x="13663" y="34121"/>
                </a:lnTo>
                <a:cubicBezTo>
                  <a:pt x="13734" y="31690"/>
                  <a:pt x="14232" y="29294"/>
                  <a:pt x="15145" y="27041"/>
                </a:cubicBezTo>
                <a:close/>
                <a:moveTo>
                  <a:pt x="19499" y="28804"/>
                </a:moveTo>
                <a:lnTo>
                  <a:pt x="19510" y="28808"/>
                </a:lnTo>
                <a:lnTo>
                  <a:pt x="23518" y="30445"/>
                </a:lnTo>
                <a:cubicBezTo>
                  <a:pt x="23020" y="31690"/>
                  <a:pt x="22735" y="33006"/>
                  <a:pt x="22700" y="34347"/>
                </a:cubicBezTo>
                <a:lnTo>
                  <a:pt x="22700" y="34358"/>
                </a:lnTo>
                <a:lnTo>
                  <a:pt x="18383" y="34240"/>
                </a:lnTo>
                <a:lnTo>
                  <a:pt x="18371" y="34239"/>
                </a:lnTo>
                <a:lnTo>
                  <a:pt x="18371" y="34239"/>
                </a:lnTo>
                <a:cubicBezTo>
                  <a:pt x="18430" y="32378"/>
                  <a:pt x="18810" y="30539"/>
                  <a:pt x="19498" y="28808"/>
                </a:cubicBezTo>
                <a:cubicBezTo>
                  <a:pt x="19498" y="28807"/>
                  <a:pt x="19499" y="28805"/>
                  <a:pt x="19499" y="28804"/>
                </a:cubicBezTo>
                <a:close/>
                <a:moveTo>
                  <a:pt x="25036" y="34204"/>
                </a:moveTo>
                <a:cubicBezTo>
                  <a:pt x="25036" y="34275"/>
                  <a:pt x="25036" y="34347"/>
                  <a:pt x="25024" y="34418"/>
                </a:cubicBezTo>
                <a:lnTo>
                  <a:pt x="26412" y="34465"/>
                </a:lnTo>
                <a:cubicBezTo>
                  <a:pt x="26412" y="34406"/>
                  <a:pt x="26412" y="34347"/>
                  <a:pt x="26412" y="34287"/>
                </a:cubicBezTo>
                <a:lnTo>
                  <a:pt x="25036" y="34204"/>
                </a:lnTo>
                <a:close/>
                <a:moveTo>
                  <a:pt x="6416" y="33742"/>
                </a:moveTo>
                <a:cubicBezTo>
                  <a:pt x="6416" y="34003"/>
                  <a:pt x="6404" y="34263"/>
                  <a:pt x="6404" y="34536"/>
                </a:cubicBezTo>
                <a:lnTo>
                  <a:pt x="6808" y="34536"/>
                </a:lnTo>
                <a:cubicBezTo>
                  <a:pt x="6808" y="34275"/>
                  <a:pt x="6820" y="34014"/>
                  <a:pt x="6831" y="33754"/>
                </a:cubicBezTo>
                <a:lnTo>
                  <a:pt x="6416" y="33742"/>
                </a:lnTo>
                <a:close/>
                <a:moveTo>
                  <a:pt x="30327" y="10186"/>
                </a:moveTo>
                <a:cubicBezTo>
                  <a:pt x="30323" y="10187"/>
                  <a:pt x="30318" y="10188"/>
                  <a:pt x="30314" y="10188"/>
                </a:cubicBezTo>
                <a:cubicBezTo>
                  <a:pt x="25190" y="11007"/>
                  <a:pt x="20458" y="13426"/>
                  <a:pt x="16794" y="17091"/>
                </a:cubicBezTo>
                <a:lnTo>
                  <a:pt x="16787" y="17097"/>
                </a:lnTo>
                <a:lnTo>
                  <a:pt x="17065" y="17376"/>
                </a:lnTo>
                <a:lnTo>
                  <a:pt x="17065" y="17376"/>
                </a:lnTo>
                <a:cubicBezTo>
                  <a:pt x="17066" y="17376"/>
                  <a:pt x="17066" y="17376"/>
                  <a:pt x="17066" y="17375"/>
                </a:cubicBezTo>
                <a:cubicBezTo>
                  <a:pt x="20684" y="13770"/>
                  <a:pt x="25333" y="11386"/>
                  <a:pt x="30373" y="10568"/>
                </a:cubicBezTo>
                <a:cubicBezTo>
                  <a:pt x="30377" y="10567"/>
                  <a:pt x="30381" y="10567"/>
                  <a:pt x="30385" y="10566"/>
                </a:cubicBezTo>
                <a:lnTo>
                  <a:pt x="30385" y="10566"/>
                </a:lnTo>
                <a:lnTo>
                  <a:pt x="30385" y="10568"/>
                </a:lnTo>
                <a:lnTo>
                  <a:pt x="30658" y="12299"/>
                </a:lnTo>
                <a:cubicBezTo>
                  <a:pt x="30338" y="12347"/>
                  <a:pt x="30017" y="12406"/>
                  <a:pt x="29709" y="12477"/>
                </a:cubicBezTo>
                <a:lnTo>
                  <a:pt x="29578" y="11837"/>
                </a:lnTo>
                <a:lnTo>
                  <a:pt x="29472" y="11849"/>
                </a:lnTo>
                <a:cubicBezTo>
                  <a:pt x="29009" y="11955"/>
                  <a:pt x="28523" y="12074"/>
                  <a:pt x="28060" y="12204"/>
                </a:cubicBezTo>
                <a:lnTo>
                  <a:pt x="27966" y="12228"/>
                </a:lnTo>
                <a:lnTo>
                  <a:pt x="28143" y="12857"/>
                </a:lnTo>
                <a:cubicBezTo>
                  <a:pt x="27823" y="12940"/>
                  <a:pt x="27515" y="13046"/>
                  <a:pt x="27195" y="13141"/>
                </a:cubicBezTo>
                <a:lnTo>
                  <a:pt x="26993" y="12525"/>
                </a:lnTo>
                <a:lnTo>
                  <a:pt x="26898" y="12560"/>
                </a:lnTo>
                <a:cubicBezTo>
                  <a:pt x="26436" y="12714"/>
                  <a:pt x="25973" y="12880"/>
                  <a:pt x="25534" y="13070"/>
                </a:cubicBezTo>
                <a:lnTo>
                  <a:pt x="25439" y="13106"/>
                </a:lnTo>
                <a:lnTo>
                  <a:pt x="25688" y="13699"/>
                </a:lnTo>
                <a:cubicBezTo>
                  <a:pt x="25392" y="13817"/>
                  <a:pt x="25084" y="13948"/>
                  <a:pt x="24775" y="14090"/>
                </a:cubicBezTo>
                <a:lnTo>
                  <a:pt x="24502" y="13497"/>
                </a:lnTo>
                <a:lnTo>
                  <a:pt x="24419" y="13545"/>
                </a:lnTo>
                <a:cubicBezTo>
                  <a:pt x="23969" y="13746"/>
                  <a:pt x="23542" y="13972"/>
                  <a:pt x="23115" y="14197"/>
                </a:cubicBezTo>
                <a:lnTo>
                  <a:pt x="23032" y="14244"/>
                </a:lnTo>
                <a:lnTo>
                  <a:pt x="23340" y="14814"/>
                </a:lnTo>
                <a:cubicBezTo>
                  <a:pt x="23044" y="14980"/>
                  <a:pt x="22759" y="15146"/>
                  <a:pt x="22486" y="15312"/>
                </a:cubicBezTo>
                <a:lnTo>
                  <a:pt x="22154" y="14766"/>
                </a:lnTo>
                <a:lnTo>
                  <a:pt x="22059" y="14814"/>
                </a:lnTo>
                <a:cubicBezTo>
                  <a:pt x="21656" y="15063"/>
                  <a:pt x="21241" y="15335"/>
                  <a:pt x="20850" y="15620"/>
                </a:cubicBezTo>
                <a:lnTo>
                  <a:pt x="20767" y="15679"/>
                </a:lnTo>
                <a:lnTo>
                  <a:pt x="21146" y="16201"/>
                </a:lnTo>
                <a:cubicBezTo>
                  <a:pt x="20873" y="16391"/>
                  <a:pt x="20612" y="16593"/>
                  <a:pt x="20352" y="16794"/>
                </a:cubicBezTo>
                <a:lnTo>
                  <a:pt x="19960" y="16284"/>
                </a:lnTo>
                <a:lnTo>
                  <a:pt x="19877" y="16343"/>
                </a:lnTo>
                <a:cubicBezTo>
                  <a:pt x="19498" y="16640"/>
                  <a:pt x="19130" y="16960"/>
                  <a:pt x="18762" y="17292"/>
                </a:cubicBezTo>
                <a:lnTo>
                  <a:pt x="18691" y="17352"/>
                </a:lnTo>
                <a:lnTo>
                  <a:pt x="19118" y="17838"/>
                </a:lnTo>
                <a:cubicBezTo>
                  <a:pt x="18881" y="18051"/>
                  <a:pt x="18644" y="18277"/>
                  <a:pt x="18407" y="18502"/>
                </a:cubicBezTo>
                <a:lnTo>
                  <a:pt x="17956" y="18051"/>
                </a:lnTo>
                <a:lnTo>
                  <a:pt x="17861" y="18146"/>
                </a:lnTo>
                <a:lnTo>
                  <a:pt x="17846" y="18158"/>
                </a:lnTo>
                <a:lnTo>
                  <a:pt x="17846" y="18158"/>
                </a:lnTo>
                <a:lnTo>
                  <a:pt x="17065" y="17376"/>
                </a:lnTo>
                <a:lnTo>
                  <a:pt x="17065" y="17376"/>
                </a:lnTo>
                <a:cubicBezTo>
                  <a:pt x="17054" y="17388"/>
                  <a:pt x="17042" y="17399"/>
                  <a:pt x="17031" y="17411"/>
                </a:cubicBezTo>
                <a:cubicBezTo>
                  <a:pt x="17019" y="17423"/>
                  <a:pt x="16960" y="17482"/>
                  <a:pt x="16936" y="17506"/>
                </a:cubicBezTo>
                <a:lnTo>
                  <a:pt x="16797" y="17372"/>
                </a:lnTo>
                <a:lnTo>
                  <a:pt x="16797" y="17372"/>
                </a:lnTo>
                <a:lnTo>
                  <a:pt x="16936" y="17518"/>
                </a:lnTo>
                <a:lnTo>
                  <a:pt x="17713" y="18283"/>
                </a:lnTo>
                <a:lnTo>
                  <a:pt x="17713" y="18283"/>
                </a:lnTo>
                <a:cubicBezTo>
                  <a:pt x="17430" y="18577"/>
                  <a:pt x="17148" y="18872"/>
                  <a:pt x="16877" y="19166"/>
                </a:cubicBezTo>
                <a:lnTo>
                  <a:pt x="16817" y="19249"/>
                </a:lnTo>
                <a:lnTo>
                  <a:pt x="17292" y="19676"/>
                </a:lnTo>
                <a:cubicBezTo>
                  <a:pt x="17078" y="19913"/>
                  <a:pt x="16865" y="20162"/>
                  <a:pt x="16663" y="20423"/>
                </a:cubicBezTo>
                <a:lnTo>
                  <a:pt x="16153" y="20020"/>
                </a:lnTo>
                <a:lnTo>
                  <a:pt x="16094" y="20091"/>
                </a:lnTo>
                <a:cubicBezTo>
                  <a:pt x="15797" y="20471"/>
                  <a:pt x="15501" y="20862"/>
                  <a:pt x="15216" y="21265"/>
                </a:cubicBezTo>
                <a:lnTo>
                  <a:pt x="15157" y="21336"/>
                </a:lnTo>
                <a:lnTo>
                  <a:pt x="15691" y="21716"/>
                </a:lnTo>
                <a:cubicBezTo>
                  <a:pt x="15501" y="21989"/>
                  <a:pt x="15311" y="22261"/>
                  <a:pt x="15145" y="22534"/>
                </a:cubicBezTo>
                <a:lnTo>
                  <a:pt x="14600" y="22190"/>
                </a:lnTo>
                <a:lnTo>
                  <a:pt x="14540" y="22273"/>
                </a:lnTo>
                <a:cubicBezTo>
                  <a:pt x="14279" y="22688"/>
                  <a:pt x="14030" y="23104"/>
                  <a:pt x="13805" y="23530"/>
                </a:cubicBezTo>
                <a:lnTo>
                  <a:pt x="13758" y="23613"/>
                </a:lnTo>
                <a:lnTo>
                  <a:pt x="14327" y="23922"/>
                </a:lnTo>
                <a:cubicBezTo>
                  <a:pt x="14173" y="24206"/>
                  <a:pt x="14030" y="24503"/>
                  <a:pt x="13876" y="24799"/>
                </a:cubicBezTo>
                <a:lnTo>
                  <a:pt x="13283" y="24515"/>
                </a:lnTo>
                <a:lnTo>
                  <a:pt x="13248" y="24610"/>
                </a:lnTo>
                <a:cubicBezTo>
                  <a:pt x="13034" y="25048"/>
                  <a:pt x="12832" y="25499"/>
                  <a:pt x="12655" y="25938"/>
                </a:cubicBezTo>
                <a:lnTo>
                  <a:pt x="12607" y="26033"/>
                </a:lnTo>
                <a:lnTo>
                  <a:pt x="13212" y="26282"/>
                </a:lnTo>
                <a:cubicBezTo>
                  <a:pt x="13093" y="26578"/>
                  <a:pt x="12975" y="26887"/>
                  <a:pt x="12868" y="27195"/>
                </a:cubicBezTo>
                <a:lnTo>
                  <a:pt x="12251" y="26982"/>
                </a:lnTo>
                <a:lnTo>
                  <a:pt x="12228" y="27077"/>
                </a:lnTo>
                <a:cubicBezTo>
                  <a:pt x="12073" y="27539"/>
                  <a:pt x="11931" y="28002"/>
                  <a:pt x="11789" y="28464"/>
                </a:cubicBezTo>
                <a:lnTo>
                  <a:pt x="11765" y="28571"/>
                </a:lnTo>
                <a:lnTo>
                  <a:pt x="12394" y="28737"/>
                </a:lnTo>
                <a:cubicBezTo>
                  <a:pt x="12311" y="29057"/>
                  <a:pt x="12228" y="29377"/>
                  <a:pt x="12156" y="29698"/>
                </a:cubicBezTo>
                <a:lnTo>
                  <a:pt x="11516" y="29543"/>
                </a:lnTo>
                <a:lnTo>
                  <a:pt x="11504" y="29638"/>
                </a:lnTo>
                <a:cubicBezTo>
                  <a:pt x="11397" y="30113"/>
                  <a:pt x="11303" y="30587"/>
                  <a:pt x="11231" y="31073"/>
                </a:cubicBezTo>
                <a:lnTo>
                  <a:pt x="11220" y="31168"/>
                </a:lnTo>
                <a:lnTo>
                  <a:pt x="11931" y="31287"/>
                </a:lnTo>
                <a:lnTo>
                  <a:pt x="12785" y="31963"/>
                </a:lnTo>
                <a:lnTo>
                  <a:pt x="12809" y="31797"/>
                </a:lnTo>
                <a:cubicBezTo>
                  <a:pt x="13425" y="27124"/>
                  <a:pt x="15560" y="22784"/>
                  <a:pt x="18880" y="19440"/>
                </a:cubicBezTo>
                <a:lnTo>
                  <a:pt x="18880" y="19440"/>
                </a:lnTo>
                <a:lnTo>
                  <a:pt x="18905" y="19463"/>
                </a:lnTo>
                <a:lnTo>
                  <a:pt x="22676" y="23246"/>
                </a:lnTo>
                <a:lnTo>
                  <a:pt x="22664" y="23258"/>
                </a:lnTo>
                <a:cubicBezTo>
                  <a:pt x="21194" y="24752"/>
                  <a:pt x="20019" y="26531"/>
                  <a:pt x="19213" y="28476"/>
                </a:cubicBezTo>
                <a:cubicBezTo>
                  <a:pt x="19212" y="28479"/>
                  <a:pt x="19210" y="28483"/>
                  <a:pt x="19209" y="28486"/>
                </a:cubicBezTo>
                <a:lnTo>
                  <a:pt x="17221" y="27669"/>
                </a:lnTo>
                <a:lnTo>
                  <a:pt x="17207" y="27664"/>
                </a:lnTo>
                <a:lnTo>
                  <a:pt x="17207" y="27664"/>
                </a:lnTo>
                <a:cubicBezTo>
                  <a:pt x="17207" y="27662"/>
                  <a:pt x="17208" y="27660"/>
                  <a:pt x="17209" y="27658"/>
                </a:cubicBezTo>
                <a:cubicBezTo>
                  <a:pt x="17268" y="27515"/>
                  <a:pt x="17339" y="27361"/>
                  <a:pt x="17398" y="27231"/>
                </a:cubicBezTo>
                <a:lnTo>
                  <a:pt x="17043" y="27065"/>
                </a:lnTo>
                <a:cubicBezTo>
                  <a:pt x="16972" y="27219"/>
                  <a:pt x="16912" y="27361"/>
                  <a:pt x="16841" y="27515"/>
                </a:cubicBezTo>
                <a:cubicBezTo>
                  <a:pt x="16840" y="27517"/>
                  <a:pt x="16839" y="27519"/>
                  <a:pt x="16839" y="27521"/>
                </a:cubicBezTo>
                <a:lnTo>
                  <a:pt x="15027" y="26780"/>
                </a:lnTo>
                <a:lnTo>
                  <a:pt x="14991" y="26875"/>
                </a:lnTo>
                <a:cubicBezTo>
                  <a:pt x="14042" y="29211"/>
                  <a:pt x="13520" y="31690"/>
                  <a:pt x="13461" y="34216"/>
                </a:cubicBezTo>
                <a:lnTo>
                  <a:pt x="13461" y="34311"/>
                </a:lnTo>
                <a:lnTo>
                  <a:pt x="17980" y="34430"/>
                </a:lnTo>
                <a:lnTo>
                  <a:pt x="18383" y="34441"/>
                </a:lnTo>
                <a:lnTo>
                  <a:pt x="22890" y="34548"/>
                </a:lnTo>
                <a:lnTo>
                  <a:pt x="22890" y="34453"/>
                </a:lnTo>
                <a:cubicBezTo>
                  <a:pt x="22925" y="33066"/>
                  <a:pt x="23210" y="31702"/>
                  <a:pt x="23732" y="30421"/>
                </a:cubicBezTo>
                <a:lnTo>
                  <a:pt x="23767" y="30326"/>
                </a:lnTo>
                <a:lnTo>
                  <a:pt x="19581" y="28630"/>
                </a:lnTo>
                <a:cubicBezTo>
                  <a:pt x="20363" y="26733"/>
                  <a:pt x="21502" y="25001"/>
                  <a:pt x="22949" y="23530"/>
                </a:cubicBezTo>
                <a:lnTo>
                  <a:pt x="23862" y="24444"/>
                </a:lnTo>
                <a:lnTo>
                  <a:pt x="23957" y="24349"/>
                </a:lnTo>
                <a:cubicBezTo>
                  <a:pt x="24050" y="24256"/>
                  <a:pt x="24143" y="24162"/>
                  <a:pt x="24248" y="24069"/>
                </a:cubicBezTo>
                <a:lnTo>
                  <a:pt x="24248" y="24069"/>
                </a:lnTo>
                <a:lnTo>
                  <a:pt x="24253" y="24076"/>
                </a:lnTo>
                <a:lnTo>
                  <a:pt x="26459" y="26436"/>
                </a:lnTo>
                <a:lnTo>
                  <a:pt x="26531" y="26365"/>
                </a:lnTo>
                <a:cubicBezTo>
                  <a:pt x="27539" y="25416"/>
                  <a:pt x="28713" y="24669"/>
                  <a:pt x="29994" y="24147"/>
                </a:cubicBezTo>
                <a:lnTo>
                  <a:pt x="30077" y="24100"/>
                </a:lnTo>
                <a:lnTo>
                  <a:pt x="28855" y="21111"/>
                </a:lnTo>
                <a:cubicBezTo>
                  <a:pt x="29875" y="20696"/>
                  <a:pt x="30930" y="20411"/>
                  <a:pt x="32022" y="20233"/>
                </a:cubicBezTo>
                <a:lnTo>
                  <a:pt x="32116" y="20222"/>
                </a:lnTo>
                <a:lnTo>
                  <a:pt x="31903" y="18941"/>
                </a:lnTo>
                <a:lnTo>
                  <a:pt x="31901" y="18929"/>
                </a:lnTo>
                <a:lnTo>
                  <a:pt x="31901" y="18929"/>
                </a:lnTo>
                <a:cubicBezTo>
                  <a:pt x="31902" y="18929"/>
                  <a:pt x="31902" y="18929"/>
                  <a:pt x="31903" y="18929"/>
                </a:cubicBezTo>
                <a:cubicBezTo>
                  <a:pt x="32709" y="18810"/>
                  <a:pt x="33528" y="18751"/>
                  <a:pt x="34346" y="18751"/>
                </a:cubicBezTo>
                <a:cubicBezTo>
                  <a:pt x="34548" y="18751"/>
                  <a:pt x="34737" y="18751"/>
                  <a:pt x="34939" y="18763"/>
                </a:cubicBezTo>
                <a:cubicBezTo>
                  <a:pt x="35010" y="18763"/>
                  <a:pt x="35070" y="18763"/>
                  <a:pt x="35141" y="18775"/>
                </a:cubicBezTo>
                <a:lnTo>
                  <a:pt x="35153" y="18383"/>
                </a:lnTo>
                <a:lnTo>
                  <a:pt x="35247" y="16238"/>
                </a:lnTo>
                <a:lnTo>
                  <a:pt x="35247" y="16238"/>
                </a:lnTo>
                <a:cubicBezTo>
                  <a:pt x="35409" y="16249"/>
                  <a:pt x="35560" y="16249"/>
                  <a:pt x="35722" y="16260"/>
                </a:cubicBezTo>
                <a:lnTo>
                  <a:pt x="35722" y="15869"/>
                </a:lnTo>
                <a:cubicBezTo>
                  <a:pt x="35568" y="15857"/>
                  <a:pt x="35425" y="15845"/>
                  <a:pt x="35259" y="15834"/>
                </a:cubicBezTo>
                <a:lnTo>
                  <a:pt x="34987" y="15834"/>
                </a:lnTo>
                <a:lnTo>
                  <a:pt x="34975" y="16225"/>
                </a:lnTo>
                <a:lnTo>
                  <a:pt x="35046" y="16225"/>
                </a:lnTo>
                <a:lnTo>
                  <a:pt x="34963" y="18371"/>
                </a:lnTo>
                <a:cubicBezTo>
                  <a:pt x="34761" y="18371"/>
                  <a:pt x="34560" y="18360"/>
                  <a:pt x="34358" y="18360"/>
                </a:cubicBezTo>
                <a:cubicBezTo>
                  <a:pt x="33516" y="18360"/>
                  <a:pt x="32674" y="18419"/>
                  <a:pt x="31856" y="18549"/>
                </a:cubicBezTo>
                <a:lnTo>
                  <a:pt x="31844" y="18551"/>
                </a:lnTo>
                <a:lnTo>
                  <a:pt x="31844" y="18551"/>
                </a:lnTo>
                <a:lnTo>
                  <a:pt x="31844" y="18549"/>
                </a:lnTo>
                <a:lnTo>
                  <a:pt x="31002" y="13272"/>
                </a:lnTo>
                <a:lnTo>
                  <a:pt x="30996" y="13237"/>
                </a:lnTo>
                <a:lnTo>
                  <a:pt x="30996" y="13237"/>
                </a:lnTo>
                <a:cubicBezTo>
                  <a:pt x="30998" y="13237"/>
                  <a:pt x="31000" y="13237"/>
                  <a:pt x="31002" y="13236"/>
                </a:cubicBezTo>
                <a:cubicBezTo>
                  <a:pt x="32089" y="13075"/>
                  <a:pt x="33185" y="12991"/>
                  <a:pt x="34289" y="12991"/>
                </a:cubicBezTo>
                <a:cubicBezTo>
                  <a:pt x="34486" y="12991"/>
                  <a:pt x="34683" y="12994"/>
                  <a:pt x="34880" y="12999"/>
                </a:cubicBezTo>
                <a:lnTo>
                  <a:pt x="34987" y="12999"/>
                </a:lnTo>
                <a:lnTo>
                  <a:pt x="34868" y="12110"/>
                </a:lnTo>
                <a:lnTo>
                  <a:pt x="34892" y="11351"/>
                </a:lnTo>
                <a:lnTo>
                  <a:pt x="34785" y="11351"/>
                </a:lnTo>
                <a:cubicBezTo>
                  <a:pt x="34655" y="11347"/>
                  <a:pt x="34524" y="11346"/>
                  <a:pt x="34394" y="11346"/>
                </a:cubicBezTo>
                <a:cubicBezTo>
                  <a:pt x="34038" y="11346"/>
                  <a:pt x="33682" y="11357"/>
                  <a:pt x="33326" y="11374"/>
                </a:cubicBezTo>
                <a:lnTo>
                  <a:pt x="33231" y="11374"/>
                </a:lnTo>
                <a:lnTo>
                  <a:pt x="33255" y="12027"/>
                </a:lnTo>
                <a:cubicBezTo>
                  <a:pt x="32923" y="12038"/>
                  <a:pt x="32591" y="12062"/>
                  <a:pt x="32283" y="12098"/>
                </a:cubicBezTo>
                <a:lnTo>
                  <a:pt x="32211" y="11445"/>
                </a:lnTo>
                <a:lnTo>
                  <a:pt x="32116" y="11457"/>
                </a:lnTo>
                <a:cubicBezTo>
                  <a:pt x="31666" y="11493"/>
                  <a:pt x="31203" y="11552"/>
                  <a:pt x="30753" y="11623"/>
                </a:cubicBezTo>
                <a:lnTo>
                  <a:pt x="30741" y="11625"/>
                </a:lnTo>
                <a:lnTo>
                  <a:pt x="30741" y="11625"/>
                </a:lnTo>
                <a:lnTo>
                  <a:pt x="30741" y="11623"/>
                </a:lnTo>
                <a:lnTo>
                  <a:pt x="30563" y="10546"/>
                </a:lnTo>
                <a:lnTo>
                  <a:pt x="30563" y="10546"/>
                </a:lnTo>
                <a:cubicBezTo>
                  <a:pt x="30501" y="10555"/>
                  <a:pt x="30447" y="10556"/>
                  <a:pt x="30385" y="10566"/>
                </a:cubicBezTo>
                <a:lnTo>
                  <a:pt x="30385" y="10566"/>
                </a:lnTo>
                <a:lnTo>
                  <a:pt x="30327" y="10186"/>
                </a:lnTo>
                <a:close/>
                <a:moveTo>
                  <a:pt x="15406" y="34596"/>
                </a:moveTo>
                <a:lnTo>
                  <a:pt x="15406" y="34738"/>
                </a:lnTo>
                <a:cubicBezTo>
                  <a:pt x="15406" y="34951"/>
                  <a:pt x="15406" y="35177"/>
                  <a:pt x="15418" y="35390"/>
                </a:cubicBezTo>
                <a:lnTo>
                  <a:pt x="15809" y="35378"/>
                </a:lnTo>
                <a:cubicBezTo>
                  <a:pt x="15821" y="35165"/>
                  <a:pt x="15821" y="34963"/>
                  <a:pt x="15821" y="34750"/>
                </a:cubicBezTo>
                <a:lnTo>
                  <a:pt x="15809" y="34738"/>
                </a:lnTo>
                <a:lnTo>
                  <a:pt x="15809" y="34596"/>
                </a:lnTo>
                <a:close/>
                <a:moveTo>
                  <a:pt x="26412" y="35189"/>
                </a:moveTo>
                <a:lnTo>
                  <a:pt x="25036" y="35260"/>
                </a:lnTo>
                <a:cubicBezTo>
                  <a:pt x="25036" y="35331"/>
                  <a:pt x="25048" y="35402"/>
                  <a:pt x="25048" y="35485"/>
                </a:cubicBezTo>
                <a:lnTo>
                  <a:pt x="26424" y="35366"/>
                </a:lnTo>
                <a:cubicBezTo>
                  <a:pt x="26412" y="35307"/>
                  <a:pt x="26412" y="35248"/>
                  <a:pt x="26412" y="35189"/>
                </a:cubicBezTo>
                <a:close/>
                <a:moveTo>
                  <a:pt x="2431" y="35189"/>
                </a:moveTo>
                <a:lnTo>
                  <a:pt x="0" y="35248"/>
                </a:lnTo>
                <a:lnTo>
                  <a:pt x="0" y="35343"/>
                </a:lnTo>
                <a:cubicBezTo>
                  <a:pt x="0" y="35461"/>
                  <a:pt x="0" y="35568"/>
                  <a:pt x="12" y="35675"/>
                </a:cubicBezTo>
                <a:lnTo>
                  <a:pt x="202" y="35675"/>
                </a:lnTo>
                <a:lnTo>
                  <a:pt x="202" y="35438"/>
                </a:lnTo>
                <a:lnTo>
                  <a:pt x="2242" y="35390"/>
                </a:lnTo>
                <a:lnTo>
                  <a:pt x="2253" y="35675"/>
                </a:lnTo>
                <a:lnTo>
                  <a:pt x="2455" y="35675"/>
                </a:lnTo>
                <a:cubicBezTo>
                  <a:pt x="2431" y="35544"/>
                  <a:pt x="2431" y="35426"/>
                  <a:pt x="2431" y="35295"/>
                </a:cubicBezTo>
                <a:lnTo>
                  <a:pt x="2431" y="35189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106550" y="3207400"/>
            <a:ext cx="6930900" cy="740100"/>
          </a:xfrm>
          <a:prstGeom prst="rect">
            <a:avLst/>
          </a:prstGeom>
          <a:effectLst>
            <a:outerShdw blurRad="100013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200"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882350" y="4312450"/>
            <a:ext cx="5379300" cy="29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00">
              <a:alpha val="41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13225" y="1415550"/>
            <a:ext cx="7717500" cy="319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Font typeface="Livvic"/>
              <a:buAutoNum type="arabicPeriod"/>
              <a:defRPr sz="1100"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romanLcPeriod"/>
              <a:defRPr sz="1100"/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arabicPeriod"/>
              <a:defRPr sz="1100"/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SzPts val="1100"/>
              <a:buFont typeface="Roboto Condensed Light"/>
              <a:buAutoNum type="alphaLcPeriod"/>
              <a:defRPr sz="1100"/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SzPts val="1100"/>
              <a:buFont typeface="Roboto Condensed Light"/>
              <a:buAutoNum type="romanLcPeriod"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">
  <p:cSld name="BLANK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00">
              <a:alpha val="41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027463" y="1579975"/>
            <a:ext cx="8163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 flipH="1">
            <a:off x="983625" y="2171875"/>
            <a:ext cx="1776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3"/>
          </p:nvPr>
        </p:nvSpPr>
        <p:spPr>
          <a:xfrm flipH="1">
            <a:off x="983566" y="1579975"/>
            <a:ext cx="2043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 b="1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4" hasCustomPrompt="1"/>
          </p:nvPr>
        </p:nvSpPr>
        <p:spPr>
          <a:xfrm>
            <a:off x="3027612" y="3359800"/>
            <a:ext cx="8163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5"/>
          </p:nvPr>
        </p:nvSpPr>
        <p:spPr>
          <a:xfrm>
            <a:off x="983625" y="3928150"/>
            <a:ext cx="1776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6"/>
          </p:nvPr>
        </p:nvSpPr>
        <p:spPr>
          <a:xfrm>
            <a:off x="983759" y="3359800"/>
            <a:ext cx="2043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 b="1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7" hasCustomPrompt="1"/>
          </p:nvPr>
        </p:nvSpPr>
        <p:spPr>
          <a:xfrm>
            <a:off x="7391875" y="1579975"/>
            <a:ext cx="8163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8"/>
          </p:nvPr>
        </p:nvSpPr>
        <p:spPr>
          <a:xfrm>
            <a:off x="5347850" y="2171875"/>
            <a:ext cx="1776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9"/>
          </p:nvPr>
        </p:nvSpPr>
        <p:spPr>
          <a:xfrm>
            <a:off x="5347925" y="1579975"/>
            <a:ext cx="2043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 b="1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391875" y="3359800"/>
            <a:ext cx="816300" cy="4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4"/>
          </p:nvPr>
        </p:nvSpPr>
        <p:spPr>
          <a:xfrm>
            <a:off x="5347902" y="3928150"/>
            <a:ext cx="17769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5"/>
          </p:nvPr>
        </p:nvSpPr>
        <p:spPr>
          <a:xfrm>
            <a:off x="5347980" y="3359800"/>
            <a:ext cx="2043900" cy="4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 b="1"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1" name="Google Shape;121;p13"/>
          <p:cNvGrpSpPr/>
          <p:nvPr/>
        </p:nvGrpSpPr>
        <p:grpSpPr>
          <a:xfrm>
            <a:off x="1079650" y="1242564"/>
            <a:ext cx="2149610" cy="1666321"/>
            <a:chOff x="1308250" y="1242564"/>
            <a:chExt cx="2149610" cy="1666321"/>
          </a:xfrm>
        </p:grpSpPr>
        <p:sp>
          <p:nvSpPr>
            <p:cNvPr id="122" name="Google Shape;122;p13"/>
            <p:cNvSpPr/>
            <p:nvPr/>
          </p:nvSpPr>
          <p:spPr>
            <a:xfrm>
              <a:off x="1308250" y="2014675"/>
              <a:ext cx="483300" cy="122100"/>
            </a:xfrm>
            <a:prstGeom prst="snip2SameRect">
              <a:avLst>
                <a:gd name="adj1" fmla="val 25145"/>
                <a:gd name="adj2" fmla="val 2710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1359601" y="2034550"/>
              <a:ext cx="388489" cy="82200"/>
            </a:xfrm>
            <a:custGeom>
              <a:avLst/>
              <a:gdLst/>
              <a:ahLst/>
              <a:cxnLst/>
              <a:rect l="l" t="t" r="r" b="b"/>
              <a:pathLst>
                <a:path w="9142" h="1934" extrusionOk="0">
                  <a:moveTo>
                    <a:pt x="8291" y="1"/>
                  </a:moveTo>
                  <a:lnTo>
                    <a:pt x="8774" y="967"/>
                  </a:lnTo>
                  <a:lnTo>
                    <a:pt x="8291" y="1933"/>
                  </a:lnTo>
                  <a:lnTo>
                    <a:pt x="8658" y="1933"/>
                  </a:lnTo>
                  <a:lnTo>
                    <a:pt x="9141" y="967"/>
                  </a:lnTo>
                  <a:lnTo>
                    <a:pt x="8658" y="1"/>
                  </a:lnTo>
                  <a:close/>
                  <a:moveTo>
                    <a:pt x="5180" y="1"/>
                  </a:moveTo>
                  <a:lnTo>
                    <a:pt x="5663" y="967"/>
                  </a:lnTo>
                  <a:lnTo>
                    <a:pt x="5180" y="1933"/>
                  </a:lnTo>
                  <a:lnTo>
                    <a:pt x="5547" y="1933"/>
                  </a:lnTo>
                  <a:lnTo>
                    <a:pt x="6030" y="967"/>
                  </a:lnTo>
                  <a:lnTo>
                    <a:pt x="5547" y="1"/>
                  </a:lnTo>
                  <a:close/>
                  <a:moveTo>
                    <a:pt x="6223" y="1"/>
                  </a:moveTo>
                  <a:lnTo>
                    <a:pt x="6706" y="967"/>
                  </a:lnTo>
                  <a:lnTo>
                    <a:pt x="6223" y="1933"/>
                  </a:lnTo>
                  <a:lnTo>
                    <a:pt x="6590" y="1933"/>
                  </a:lnTo>
                  <a:lnTo>
                    <a:pt x="7073" y="967"/>
                  </a:lnTo>
                  <a:lnTo>
                    <a:pt x="6590" y="1"/>
                  </a:lnTo>
                  <a:close/>
                  <a:moveTo>
                    <a:pt x="7247" y="1"/>
                  </a:moveTo>
                  <a:lnTo>
                    <a:pt x="7731" y="967"/>
                  </a:lnTo>
                  <a:lnTo>
                    <a:pt x="7247" y="1933"/>
                  </a:lnTo>
                  <a:lnTo>
                    <a:pt x="7615" y="1933"/>
                  </a:lnTo>
                  <a:lnTo>
                    <a:pt x="8098" y="967"/>
                  </a:lnTo>
                  <a:lnTo>
                    <a:pt x="7615" y="1"/>
                  </a:lnTo>
                  <a:close/>
                  <a:moveTo>
                    <a:pt x="2088" y="1"/>
                  </a:moveTo>
                  <a:lnTo>
                    <a:pt x="2571" y="967"/>
                  </a:lnTo>
                  <a:lnTo>
                    <a:pt x="2088" y="1933"/>
                  </a:lnTo>
                  <a:lnTo>
                    <a:pt x="2455" y="1933"/>
                  </a:lnTo>
                  <a:lnTo>
                    <a:pt x="2938" y="967"/>
                  </a:lnTo>
                  <a:lnTo>
                    <a:pt x="2455" y="1"/>
                  </a:lnTo>
                  <a:close/>
                  <a:moveTo>
                    <a:pt x="484" y="967"/>
                  </a:moveTo>
                  <a:lnTo>
                    <a:pt x="1" y="1933"/>
                  </a:lnTo>
                  <a:lnTo>
                    <a:pt x="368" y="1933"/>
                  </a:lnTo>
                  <a:lnTo>
                    <a:pt x="851" y="967"/>
                  </a:lnTo>
                  <a:lnTo>
                    <a:pt x="368" y="1"/>
                  </a:lnTo>
                  <a:lnTo>
                    <a:pt x="1" y="1"/>
                  </a:lnTo>
                  <a:close/>
                  <a:moveTo>
                    <a:pt x="4155" y="1"/>
                  </a:moveTo>
                  <a:lnTo>
                    <a:pt x="4639" y="967"/>
                  </a:lnTo>
                  <a:lnTo>
                    <a:pt x="4155" y="1933"/>
                  </a:lnTo>
                  <a:lnTo>
                    <a:pt x="4503" y="1933"/>
                  </a:lnTo>
                  <a:lnTo>
                    <a:pt x="4986" y="967"/>
                  </a:lnTo>
                  <a:lnTo>
                    <a:pt x="4503" y="1"/>
                  </a:lnTo>
                  <a:close/>
                  <a:moveTo>
                    <a:pt x="1044" y="1"/>
                  </a:moveTo>
                  <a:lnTo>
                    <a:pt x="1527" y="967"/>
                  </a:lnTo>
                  <a:lnTo>
                    <a:pt x="1044" y="1933"/>
                  </a:lnTo>
                  <a:lnTo>
                    <a:pt x="1411" y="1933"/>
                  </a:lnTo>
                  <a:lnTo>
                    <a:pt x="1895" y="967"/>
                  </a:lnTo>
                  <a:lnTo>
                    <a:pt x="1411" y="1"/>
                  </a:lnTo>
                  <a:close/>
                  <a:moveTo>
                    <a:pt x="3112" y="1"/>
                  </a:moveTo>
                  <a:lnTo>
                    <a:pt x="3595" y="967"/>
                  </a:lnTo>
                  <a:lnTo>
                    <a:pt x="3112" y="1933"/>
                  </a:lnTo>
                  <a:lnTo>
                    <a:pt x="3479" y="1933"/>
                  </a:lnTo>
                  <a:lnTo>
                    <a:pt x="3962" y="967"/>
                  </a:lnTo>
                  <a:lnTo>
                    <a:pt x="34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 rot="-2700000" flipH="1">
              <a:off x="2032496" y="1489662"/>
              <a:ext cx="1184408" cy="1172125"/>
            </a:xfrm>
            <a:custGeom>
              <a:avLst/>
              <a:gdLst/>
              <a:ahLst/>
              <a:cxnLst/>
              <a:rect l="l" t="t" r="r" b="b"/>
              <a:pathLst>
                <a:path w="22950" h="22712" extrusionOk="0">
                  <a:moveTo>
                    <a:pt x="4661" y="22712"/>
                  </a:moveTo>
                  <a:cubicBezTo>
                    <a:pt x="4033" y="22712"/>
                    <a:pt x="3724" y="21953"/>
                    <a:pt x="4163" y="21514"/>
                  </a:cubicBezTo>
                  <a:cubicBezTo>
                    <a:pt x="4614" y="21063"/>
                    <a:pt x="5373" y="21383"/>
                    <a:pt x="5373" y="22012"/>
                  </a:cubicBezTo>
                  <a:cubicBezTo>
                    <a:pt x="5373" y="22391"/>
                    <a:pt x="5053" y="22712"/>
                    <a:pt x="4661" y="22712"/>
                  </a:cubicBezTo>
                  <a:close/>
                  <a:moveTo>
                    <a:pt x="4661" y="21597"/>
                  </a:moveTo>
                  <a:cubicBezTo>
                    <a:pt x="4294" y="21597"/>
                    <a:pt x="4116" y="22036"/>
                    <a:pt x="4377" y="22297"/>
                  </a:cubicBezTo>
                  <a:cubicBezTo>
                    <a:pt x="4626" y="22557"/>
                    <a:pt x="5076" y="22368"/>
                    <a:pt x="5076" y="22012"/>
                  </a:cubicBezTo>
                  <a:cubicBezTo>
                    <a:pt x="5076" y="21787"/>
                    <a:pt x="4887" y="21597"/>
                    <a:pt x="4661" y="21597"/>
                  </a:cubicBezTo>
                  <a:close/>
                  <a:moveTo>
                    <a:pt x="11267" y="15596"/>
                  </a:moveTo>
                  <a:lnTo>
                    <a:pt x="11267" y="11896"/>
                  </a:lnTo>
                  <a:lnTo>
                    <a:pt x="22949" y="202"/>
                  </a:lnTo>
                  <a:lnTo>
                    <a:pt x="22736" y="0"/>
                  </a:lnTo>
                  <a:lnTo>
                    <a:pt x="10971" y="11765"/>
                  </a:lnTo>
                  <a:lnTo>
                    <a:pt x="10971" y="15477"/>
                  </a:lnTo>
                  <a:lnTo>
                    <a:pt x="5278" y="21170"/>
                  </a:lnTo>
                  <a:lnTo>
                    <a:pt x="5480" y="21371"/>
                  </a:lnTo>
                  <a:close/>
                  <a:moveTo>
                    <a:pt x="2811" y="22712"/>
                  </a:moveTo>
                  <a:cubicBezTo>
                    <a:pt x="2183" y="22712"/>
                    <a:pt x="1874" y="21953"/>
                    <a:pt x="2313" y="21514"/>
                  </a:cubicBezTo>
                  <a:cubicBezTo>
                    <a:pt x="2764" y="21063"/>
                    <a:pt x="3511" y="21383"/>
                    <a:pt x="3511" y="22012"/>
                  </a:cubicBezTo>
                  <a:cubicBezTo>
                    <a:pt x="3511" y="22403"/>
                    <a:pt x="3203" y="22712"/>
                    <a:pt x="2811" y="22712"/>
                  </a:cubicBezTo>
                  <a:close/>
                  <a:moveTo>
                    <a:pt x="2811" y="21597"/>
                  </a:moveTo>
                  <a:cubicBezTo>
                    <a:pt x="2444" y="21597"/>
                    <a:pt x="2266" y="22036"/>
                    <a:pt x="2527" y="22297"/>
                  </a:cubicBezTo>
                  <a:cubicBezTo>
                    <a:pt x="2776" y="22557"/>
                    <a:pt x="3214" y="22368"/>
                    <a:pt x="3214" y="22012"/>
                  </a:cubicBezTo>
                  <a:cubicBezTo>
                    <a:pt x="3226" y="21787"/>
                    <a:pt x="3037" y="21597"/>
                    <a:pt x="2811" y="21597"/>
                  </a:cubicBezTo>
                  <a:close/>
                  <a:moveTo>
                    <a:pt x="937" y="22712"/>
                  </a:moveTo>
                  <a:cubicBezTo>
                    <a:pt x="309" y="22712"/>
                    <a:pt x="0" y="21953"/>
                    <a:pt x="439" y="21514"/>
                  </a:cubicBezTo>
                  <a:cubicBezTo>
                    <a:pt x="890" y="21063"/>
                    <a:pt x="1649" y="21383"/>
                    <a:pt x="1649" y="22012"/>
                  </a:cubicBezTo>
                  <a:cubicBezTo>
                    <a:pt x="1649" y="22403"/>
                    <a:pt x="1329" y="22712"/>
                    <a:pt x="937" y="22712"/>
                  </a:cubicBezTo>
                  <a:close/>
                  <a:moveTo>
                    <a:pt x="937" y="21597"/>
                  </a:moveTo>
                  <a:cubicBezTo>
                    <a:pt x="582" y="21597"/>
                    <a:pt x="392" y="22036"/>
                    <a:pt x="653" y="22297"/>
                  </a:cubicBezTo>
                  <a:cubicBezTo>
                    <a:pt x="914" y="22557"/>
                    <a:pt x="1352" y="22368"/>
                    <a:pt x="1352" y="22012"/>
                  </a:cubicBezTo>
                  <a:cubicBezTo>
                    <a:pt x="1352" y="21787"/>
                    <a:pt x="1163" y="21597"/>
                    <a:pt x="937" y="215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13"/>
          <p:cNvGrpSpPr/>
          <p:nvPr/>
        </p:nvGrpSpPr>
        <p:grpSpPr>
          <a:xfrm>
            <a:off x="5449900" y="1242564"/>
            <a:ext cx="2149610" cy="1666321"/>
            <a:chOff x="1308250" y="1242564"/>
            <a:chExt cx="2149610" cy="1666321"/>
          </a:xfrm>
        </p:grpSpPr>
        <p:sp>
          <p:nvSpPr>
            <p:cNvPr id="126" name="Google Shape;126;p13"/>
            <p:cNvSpPr/>
            <p:nvPr/>
          </p:nvSpPr>
          <p:spPr>
            <a:xfrm>
              <a:off x="1308250" y="2014675"/>
              <a:ext cx="483300" cy="122100"/>
            </a:xfrm>
            <a:prstGeom prst="snip2SameRect">
              <a:avLst>
                <a:gd name="adj1" fmla="val 25145"/>
                <a:gd name="adj2" fmla="val 2710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1359601" y="2034550"/>
              <a:ext cx="388489" cy="82200"/>
            </a:xfrm>
            <a:custGeom>
              <a:avLst/>
              <a:gdLst/>
              <a:ahLst/>
              <a:cxnLst/>
              <a:rect l="l" t="t" r="r" b="b"/>
              <a:pathLst>
                <a:path w="9142" h="1934" extrusionOk="0">
                  <a:moveTo>
                    <a:pt x="8291" y="1"/>
                  </a:moveTo>
                  <a:lnTo>
                    <a:pt x="8774" y="967"/>
                  </a:lnTo>
                  <a:lnTo>
                    <a:pt x="8291" y="1933"/>
                  </a:lnTo>
                  <a:lnTo>
                    <a:pt x="8658" y="1933"/>
                  </a:lnTo>
                  <a:lnTo>
                    <a:pt x="9141" y="967"/>
                  </a:lnTo>
                  <a:lnTo>
                    <a:pt x="8658" y="1"/>
                  </a:lnTo>
                  <a:close/>
                  <a:moveTo>
                    <a:pt x="5180" y="1"/>
                  </a:moveTo>
                  <a:lnTo>
                    <a:pt x="5663" y="967"/>
                  </a:lnTo>
                  <a:lnTo>
                    <a:pt x="5180" y="1933"/>
                  </a:lnTo>
                  <a:lnTo>
                    <a:pt x="5547" y="1933"/>
                  </a:lnTo>
                  <a:lnTo>
                    <a:pt x="6030" y="967"/>
                  </a:lnTo>
                  <a:lnTo>
                    <a:pt x="5547" y="1"/>
                  </a:lnTo>
                  <a:close/>
                  <a:moveTo>
                    <a:pt x="6223" y="1"/>
                  </a:moveTo>
                  <a:lnTo>
                    <a:pt x="6706" y="967"/>
                  </a:lnTo>
                  <a:lnTo>
                    <a:pt x="6223" y="1933"/>
                  </a:lnTo>
                  <a:lnTo>
                    <a:pt x="6590" y="1933"/>
                  </a:lnTo>
                  <a:lnTo>
                    <a:pt x="7073" y="967"/>
                  </a:lnTo>
                  <a:lnTo>
                    <a:pt x="6590" y="1"/>
                  </a:lnTo>
                  <a:close/>
                  <a:moveTo>
                    <a:pt x="7247" y="1"/>
                  </a:moveTo>
                  <a:lnTo>
                    <a:pt x="7731" y="967"/>
                  </a:lnTo>
                  <a:lnTo>
                    <a:pt x="7247" y="1933"/>
                  </a:lnTo>
                  <a:lnTo>
                    <a:pt x="7615" y="1933"/>
                  </a:lnTo>
                  <a:lnTo>
                    <a:pt x="8098" y="967"/>
                  </a:lnTo>
                  <a:lnTo>
                    <a:pt x="7615" y="1"/>
                  </a:lnTo>
                  <a:close/>
                  <a:moveTo>
                    <a:pt x="2088" y="1"/>
                  </a:moveTo>
                  <a:lnTo>
                    <a:pt x="2571" y="967"/>
                  </a:lnTo>
                  <a:lnTo>
                    <a:pt x="2088" y="1933"/>
                  </a:lnTo>
                  <a:lnTo>
                    <a:pt x="2455" y="1933"/>
                  </a:lnTo>
                  <a:lnTo>
                    <a:pt x="2938" y="967"/>
                  </a:lnTo>
                  <a:lnTo>
                    <a:pt x="2455" y="1"/>
                  </a:lnTo>
                  <a:close/>
                  <a:moveTo>
                    <a:pt x="484" y="967"/>
                  </a:moveTo>
                  <a:lnTo>
                    <a:pt x="1" y="1933"/>
                  </a:lnTo>
                  <a:lnTo>
                    <a:pt x="368" y="1933"/>
                  </a:lnTo>
                  <a:lnTo>
                    <a:pt x="851" y="967"/>
                  </a:lnTo>
                  <a:lnTo>
                    <a:pt x="368" y="1"/>
                  </a:lnTo>
                  <a:lnTo>
                    <a:pt x="1" y="1"/>
                  </a:lnTo>
                  <a:close/>
                  <a:moveTo>
                    <a:pt x="4155" y="1"/>
                  </a:moveTo>
                  <a:lnTo>
                    <a:pt x="4639" y="967"/>
                  </a:lnTo>
                  <a:lnTo>
                    <a:pt x="4155" y="1933"/>
                  </a:lnTo>
                  <a:lnTo>
                    <a:pt x="4503" y="1933"/>
                  </a:lnTo>
                  <a:lnTo>
                    <a:pt x="4986" y="967"/>
                  </a:lnTo>
                  <a:lnTo>
                    <a:pt x="4503" y="1"/>
                  </a:lnTo>
                  <a:close/>
                  <a:moveTo>
                    <a:pt x="1044" y="1"/>
                  </a:moveTo>
                  <a:lnTo>
                    <a:pt x="1527" y="967"/>
                  </a:lnTo>
                  <a:lnTo>
                    <a:pt x="1044" y="1933"/>
                  </a:lnTo>
                  <a:lnTo>
                    <a:pt x="1411" y="1933"/>
                  </a:lnTo>
                  <a:lnTo>
                    <a:pt x="1895" y="967"/>
                  </a:lnTo>
                  <a:lnTo>
                    <a:pt x="1411" y="1"/>
                  </a:lnTo>
                  <a:close/>
                  <a:moveTo>
                    <a:pt x="3112" y="1"/>
                  </a:moveTo>
                  <a:lnTo>
                    <a:pt x="3595" y="967"/>
                  </a:lnTo>
                  <a:lnTo>
                    <a:pt x="3112" y="1933"/>
                  </a:lnTo>
                  <a:lnTo>
                    <a:pt x="3479" y="1933"/>
                  </a:lnTo>
                  <a:lnTo>
                    <a:pt x="3962" y="967"/>
                  </a:lnTo>
                  <a:lnTo>
                    <a:pt x="34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 rot="-2700000" flipH="1">
              <a:off x="2032496" y="1489662"/>
              <a:ext cx="1184408" cy="1172125"/>
            </a:xfrm>
            <a:custGeom>
              <a:avLst/>
              <a:gdLst/>
              <a:ahLst/>
              <a:cxnLst/>
              <a:rect l="l" t="t" r="r" b="b"/>
              <a:pathLst>
                <a:path w="22950" h="22712" extrusionOk="0">
                  <a:moveTo>
                    <a:pt x="4661" y="22712"/>
                  </a:moveTo>
                  <a:cubicBezTo>
                    <a:pt x="4033" y="22712"/>
                    <a:pt x="3724" y="21953"/>
                    <a:pt x="4163" y="21514"/>
                  </a:cubicBezTo>
                  <a:cubicBezTo>
                    <a:pt x="4614" y="21063"/>
                    <a:pt x="5373" y="21383"/>
                    <a:pt x="5373" y="22012"/>
                  </a:cubicBezTo>
                  <a:cubicBezTo>
                    <a:pt x="5373" y="22391"/>
                    <a:pt x="5053" y="22712"/>
                    <a:pt x="4661" y="22712"/>
                  </a:cubicBezTo>
                  <a:close/>
                  <a:moveTo>
                    <a:pt x="4661" y="21597"/>
                  </a:moveTo>
                  <a:cubicBezTo>
                    <a:pt x="4294" y="21597"/>
                    <a:pt x="4116" y="22036"/>
                    <a:pt x="4377" y="22297"/>
                  </a:cubicBezTo>
                  <a:cubicBezTo>
                    <a:pt x="4626" y="22557"/>
                    <a:pt x="5076" y="22368"/>
                    <a:pt x="5076" y="22012"/>
                  </a:cubicBezTo>
                  <a:cubicBezTo>
                    <a:pt x="5076" y="21787"/>
                    <a:pt x="4887" y="21597"/>
                    <a:pt x="4661" y="21597"/>
                  </a:cubicBezTo>
                  <a:close/>
                  <a:moveTo>
                    <a:pt x="11267" y="15596"/>
                  </a:moveTo>
                  <a:lnTo>
                    <a:pt x="11267" y="11896"/>
                  </a:lnTo>
                  <a:lnTo>
                    <a:pt x="22949" y="202"/>
                  </a:lnTo>
                  <a:lnTo>
                    <a:pt x="22736" y="0"/>
                  </a:lnTo>
                  <a:lnTo>
                    <a:pt x="10971" y="11765"/>
                  </a:lnTo>
                  <a:lnTo>
                    <a:pt x="10971" y="15477"/>
                  </a:lnTo>
                  <a:lnTo>
                    <a:pt x="5278" y="21170"/>
                  </a:lnTo>
                  <a:lnTo>
                    <a:pt x="5480" y="21371"/>
                  </a:lnTo>
                  <a:close/>
                  <a:moveTo>
                    <a:pt x="2811" y="22712"/>
                  </a:moveTo>
                  <a:cubicBezTo>
                    <a:pt x="2183" y="22712"/>
                    <a:pt x="1874" y="21953"/>
                    <a:pt x="2313" y="21514"/>
                  </a:cubicBezTo>
                  <a:cubicBezTo>
                    <a:pt x="2764" y="21063"/>
                    <a:pt x="3511" y="21383"/>
                    <a:pt x="3511" y="22012"/>
                  </a:cubicBezTo>
                  <a:cubicBezTo>
                    <a:pt x="3511" y="22403"/>
                    <a:pt x="3203" y="22712"/>
                    <a:pt x="2811" y="22712"/>
                  </a:cubicBezTo>
                  <a:close/>
                  <a:moveTo>
                    <a:pt x="2811" y="21597"/>
                  </a:moveTo>
                  <a:cubicBezTo>
                    <a:pt x="2444" y="21597"/>
                    <a:pt x="2266" y="22036"/>
                    <a:pt x="2527" y="22297"/>
                  </a:cubicBezTo>
                  <a:cubicBezTo>
                    <a:pt x="2776" y="22557"/>
                    <a:pt x="3214" y="22368"/>
                    <a:pt x="3214" y="22012"/>
                  </a:cubicBezTo>
                  <a:cubicBezTo>
                    <a:pt x="3226" y="21787"/>
                    <a:pt x="3037" y="21597"/>
                    <a:pt x="2811" y="21597"/>
                  </a:cubicBezTo>
                  <a:close/>
                  <a:moveTo>
                    <a:pt x="937" y="22712"/>
                  </a:moveTo>
                  <a:cubicBezTo>
                    <a:pt x="309" y="22712"/>
                    <a:pt x="0" y="21953"/>
                    <a:pt x="439" y="21514"/>
                  </a:cubicBezTo>
                  <a:cubicBezTo>
                    <a:pt x="890" y="21063"/>
                    <a:pt x="1649" y="21383"/>
                    <a:pt x="1649" y="22012"/>
                  </a:cubicBezTo>
                  <a:cubicBezTo>
                    <a:pt x="1649" y="22403"/>
                    <a:pt x="1329" y="22712"/>
                    <a:pt x="937" y="22712"/>
                  </a:cubicBezTo>
                  <a:close/>
                  <a:moveTo>
                    <a:pt x="937" y="21597"/>
                  </a:moveTo>
                  <a:cubicBezTo>
                    <a:pt x="582" y="21597"/>
                    <a:pt x="392" y="22036"/>
                    <a:pt x="653" y="22297"/>
                  </a:cubicBezTo>
                  <a:cubicBezTo>
                    <a:pt x="914" y="22557"/>
                    <a:pt x="1352" y="22368"/>
                    <a:pt x="1352" y="22012"/>
                  </a:cubicBezTo>
                  <a:cubicBezTo>
                    <a:pt x="1352" y="21787"/>
                    <a:pt x="1163" y="21597"/>
                    <a:pt x="937" y="215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1079650" y="3028389"/>
            <a:ext cx="2149610" cy="1666321"/>
            <a:chOff x="1308250" y="1242564"/>
            <a:chExt cx="2149610" cy="1666321"/>
          </a:xfrm>
        </p:grpSpPr>
        <p:sp>
          <p:nvSpPr>
            <p:cNvPr id="130" name="Google Shape;130;p13"/>
            <p:cNvSpPr/>
            <p:nvPr/>
          </p:nvSpPr>
          <p:spPr>
            <a:xfrm>
              <a:off x="1308250" y="2014675"/>
              <a:ext cx="483300" cy="122100"/>
            </a:xfrm>
            <a:prstGeom prst="snip2SameRect">
              <a:avLst>
                <a:gd name="adj1" fmla="val 25145"/>
                <a:gd name="adj2" fmla="val 2710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1359601" y="2034550"/>
              <a:ext cx="388489" cy="82200"/>
            </a:xfrm>
            <a:custGeom>
              <a:avLst/>
              <a:gdLst/>
              <a:ahLst/>
              <a:cxnLst/>
              <a:rect l="l" t="t" r="r" b="b"/>
              <a:pathLst>
                <a:path w="9142" h="1934" extrusionOk="0">
                  <a:moveTo>
                    <a:pt x="8291" y="1"/>
                  </a:moveTo>
                  <a:lnTo>
                    <a:pt x="8774" y="967"/>
                  </a:lnTo>
                  <a:lnTo>
                    <a:pt x="8291" y="1933"/>
                  </a:lnTo>
                  <a:lnTo>
                    <a:pt x="8658" y="1933"/>
                  </a:lnTo>
                  <a:lnTo>
                    <a:pt x="9141" y="967"/>
                  </a:lnTo>
                  <a:lnTo>
                    <a:pt x="8658" y="1"/>
                  </a:lnTo>
                  <a:close/>
                  <a:moveTo>
                    <a:pt x="5180" y="1"/>
                  </a:moveTo>
                  <a:lnTo>
                    <a:pt x="5663" y="967"/>
                  </a:lnTo>
                  <a:lnTo>
                    <a:pt x="5180" y="1933"/>
                  </a:lnTo>
                  <a:lnTo>
                    <a:pt x="5547" y="1933"/>
                  </a:lnTo>
                  <a:lnTo>
                    <a:pt x="6030" y="967"/>
                  </a:lnTo>
                  <a:lnTo>
                    <a:pt x="5547" y="1"/>
                  </a:lnTo>
                  <a:close/>
                  <a:moveTo>
                    <a:pt x="6223" y="1"/>
                  </a:moveTo>
                  <a:lnTo>
                    <a:pt x="6706" y="967"/>
                  </a:lnTo>
                  <a:lnTo>
                    <a:pt x="6223" y="1933"/>
                  </a:lnTo>
                  <a:lnTo>
                    <a:pt x="6590" y="1933"/>
                  </a:lnTo>
                  <a:lnTo>
                    <a:pt x="7073" y="967"/>
                  </a:lnTo>
                  <a:lnTo>
                    <a:pt x="6590" y="1"/>
                  </a:lnTo>
                  <a:close/>
                  <a:moveTo>
                    <a:pt x="7247" y="1"/>
                  </a:moveTo>
                  <a:lnTo>
                    <a:pt x="7731" y="967"/>
                  </a:lnTo>
                  <a:lnTo>
                    <a:pt x="7247" y="1933"/>
                  </a:lnTo>
                  <a:lnTo>
                    <a:pt x="7615" y="1933"/>
                  </a:lnTo>
                  <a:lnTo>
                    <a:pt x="8098" y="967"/>
                  </a:lnTo>
                  <a:lnTo>
                    <a:pt x="7615" y="1"/>
                  </a:lnTo>
                  <a:close/>
                  <a:moveTo>
                    <a:pt x="2088" y="1"/>
                  </a:moveTo>
                  <a:lnTo>
                    <a:pt x="2571" y="967"/>
                  </a:lnTo>
                  <a:lnTo>
                    <a:pt x="2088" y="1933"/>
                  </a:lnTo>
                  <a:lnTo>
                    <a:pt x="2455" y="1933"/>
                  </a:lnTo>
                  <a:lnTo>
                    <a:pt x="2938" y="967"/>
                  </a:lnTo>
                  <a:lnTo>
                    <a:pt x="2455" y="1"/>
                  </a:lnTo>
                  <a:close/>
                  <a:moveTo>
                    <a:pt x="484" y="967"/>
                  </a:moveTo>
                  <a:lnTo>
                    <a:pt x="1" y="1933"/>
                  </a:lnTo>
                  <a:lnTo>
                    <a:pt x="368" y="1933"/>
                  </a:lnTo>
                  <a:lnTo>
                    <a:pt x="851" y="967"/>
                  </a:lnTo>
                  <a:lnTo>
                    <a:pt x="368" y="1"/>
                  </a:lnTo>
                  <a:lnTo>
                    <a:pt x="1" y="1"/>
                  </a:lnTo>
                  <a:close/>
                  <a:moveTo>
                    <a:pt x="4155" y="1"/>
                  </a:moveTo>
                  <a:lnTo>
                    <a:pt x="4639" y="967"/>
                  </a:lnTo>
                  <a:lnTo>
                    <a:pt x="4155" y="1933"/>
                  </a:lnTo>
                  <a:lnTo>
                    <a:pt x="4503" y="1933"/>
                  </a:lnTo>
                  <a:lnTo>
                    <a:pt x="4986" y="967"/>
                  </a:lnTo>
                  <a:lnTo>
                    <a:pt x="4503" y="1"/>
                  </a:lnTo>
                  <a:close/>
                  <a:moveTo>
                    <a:pt x="1044" y="1"/>
                  </a:moveTo>
                  <a:lnTo>
                    <a:pt x="1527" y="967"/>
                  </a:lnTo>
                  <a:lnTo>
                    <a:pt x="1044" y="1933"/>
                  </a:lnTo>
                  <a:lnTo>
                    <a:pt x="1411" y="1933"/>
                  </a:lnTo>
                  <a:lnTo>
                    <a:pt x="1895" y="967"/>
                  </a:lnTo>
                  <a:lnTo>
                    <a:pt x="1411" y="1"/>
                  </a:lnTo>
                  <a:close/>
                  <a:moveTo>
                    <a:pt x="3112" y="1"/>
                  </a:moveTo>
                  <a:lnTo>
                    <a:pt x="3595" y="967"/>
                  </a:lnTo>
                  <a:lnTo>
                    <a:pt x="3112" y="1933"/>
                  </a:lnTo>
                  <a:lnTo>
                    <a:pt x="3479" y="1933"/>
                  </a:lnTo>
                  <a:lnTo>
                    <a:pt x="3962" y="967"/>
                  </a:lnTo>
                  <a:lnTo>
                    <a:pt x="34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 rot="-2700000" flipH="1">
              <a:off x="2032496" y="1489662"/>
              <a:ext cx="1184408" cy="1172125"/>
            </a:xfrm>
            <a:custGeom>
              <a:avLst/>
              <a:gdLst/>
              <a:ahLst/>
              <a:cxnLst/>
              <a:rect l="l" t="t" r="r" b="b"/>
              <a:pathLst>
                <a:path w="22950" h="22712" extrusionOk="0">
                  <a:moveTo>
                    <a:pt x="4661" y="22712"/>
                  </a:moveTo>
                  <a:cubicBezTo>
                    <a:pt x="4033" y="22712"/>
                    <a:pt x="3724" y="21953"/>
                    <a:pt x="4163" y="21514"/>
                  </a:cubicBezTo>
                  <a:cubicBezTo>
                    <a:pt x="4614" y="21063"/>
                    <a:pt x="5373" y="21383"/>
                    <a:pt x="5373" y="22012"/>
                  </a:cubicBezTo>
                  <a:cubicBezTo>
                    <a:pt x="5373" y="22391"/>
                    <a:pt x="5053" y="22712"/>
                    <a:pt x="4661" y="22712"/>
                  </a:cubicBezTo>
                  <a:close/>
                  <a:moveTo>
                    <a:pt x="4661" y="21597"/>
                  </a:moveTo>
                  <a:cubicBezTo>
                    <a:pt x="4294" y="21597"/>
                    <a:pt x="4116" y="22036"/>
                    <a:pt x="4377" y="22297"/>
                  </a:cubicBezTo>
                  <a:cubicBezTo>
                    <a:pt x="4626" y="22557"/>
                    <a:pt x="5076" y="22368"/>
                    <a:pt x="5076" y="22012"/>
                  </a:cubicBezTo>
                  <a:cubicBezTo>
                    <a:pt x="5076" y="21787"/>
                    <a:pt x="4887" y="21597"/>
                    <a:pt x="4661" y="21597"/>
                  </a:cubicBezTo>
                  <a:close/>
                  <a:moveTo>
                    <a:pt x="11267" y="15596"/>
                  </a:moveTo>
                  <a:lnTo>
                    <a:pt x="11267" y="11896"/>
                  </a:lnTo>
                  <a:lnTo>
                    <a:pt x="22949" y="202"/>
                  </a:lnTo>
                  <a:lnTo>
                    <a:pt x="22736" y="0"/>
                  </a:lnTo>
                  <a:lnTo>
                    <a:pt x="10971" y="11765"/>
                  </a:lnTo>
                  <a:lnTo>
                    <a:pt x="10971" y="15477"/>
                  </a:lnTo>
                  <a:lnTo>
                    <a:pt x="5278" y="21170"/>
                  </a:lnTo>
                  <a:lnTo>
                    <a:pt x="5480" y="21371"/>
                  </a:lnTo>
                  <a:close/>
                  <a:moveTo>
                    <a:pt x="2811" y="22712"/>
                  </a:moveTo>
                  <a:cubicBezTo>
                    <a:pt x="2183" y="22712"/>
                    <a:pt x="1874" y="21953"/>
                    <a:pt x="2313" y="21514"/>
                  </a:cubicBezTo>
                  <a:cubicBezTo>
                    <a:pt x="2764" y="21063"/>
                    <a:pt x="3511" y="21383"/>
                    <a:pt x="3511" y="22012"/>
                  </a:cubicBezTo>
                  <a:cubicBezTo>
                    <a:pt x="3511" y="22403"/>
                    <a:pt x="3203" y="22712"/>
                    <a:pt x="2811" y="22712"/>
                  </a:cubicBezTo>
                  <a:close/>
                  <a:moveTo>
                    <a:pt x="2811" y="21597"/>
                  </a:moveTo>
                  <a:cubicBezTo>
                    <a:pt x="2444" y="21597"/>
                    <a:pt x="2266" y="22036"/>
                    <a:pt x="2527" y="22297"/>
                  </a:cubicBezTo>
                  <a:cubicBezTo>
                    <a:pt x="2776" y="22557"/>
                    <a:pt x="3214" y="22368"/>
                    <a:pt x="3214" y="22012"/>
                  </a:cubicBezTo>
                  <a:cubicBezTo>
                    <a:pt x="3226" y="21787"/>
                    <a:pt x="3037" y="21597"/>
                    <a:pt x="2811" y="21597"/>
                  </a:cubicBezTo>
                  <a:close/>
                  <a:moveTo>
                    <a:pt x="937" y="22712"/>
                  </a:moveTo>
                  <a:cubicBezTo>
                    <a:pt x="309" y="22712"/>
                    <a:pt x="0" y="21953"/>
                    <a:pt x="439" y="21514"/>
                  </a:cubicBezTo>
                  <a:cubicBezTo>
                    <a:pt x="890" y="21063"/>
                    <a:pt x="1649" y="21383"/>
                    <a:pt x="1649" y="22012"/>
                  </a:cubicBezTo>
                  <a:cubicBezTo>
                    <a:pt x="1649" y="22403"/>
                    <a:pt x="1329" y="22712"/>
                    <a:pt x="937" y="22712"/>
                  </a:cubicBezTo>
                  <a:close/>
                  <a:moveTo>
                    <a:pt x="937" y="21597"/>
                  </a:moveTo>
                  <a:cubicBezTo>
                    <a:pt x="582" y="21597"/>
                    <a:pt x="392" y="22036"/>
                    <a:pt x="653" y="22297"/>
                  </a:cubicBezTo>
                  <a:cubicBezTo>
                    <a:pt x="914" y="22557"/>
                    <a:pt x="1352" y="22368"/>
                    <a:pt x="1352" y="22012"/>
                  </a:cubicBezTo>
                  <a:cubicBezTo>
                    <a:pt x="1352" y="21787"/>
                    <a:pt x="1163" y="21597"/>
                    <a:pt x="937" y="215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13"/>
          <p:cNvGrpSpPr/>
          <p:nvPr/>
        </p:nvGrpSpPr>
        <p:grpSpPr>
          <a:xfrm>
            <a:off x="5449900" y="3028389"/>
            <a:ext cx="2149610" cy="1666321"/>
            <a:chOff x="1308250" y="1242564"/>
            <a:chExt cx="2149610" cy="1666321"/>
          </a:xfrm>
        </p:grpSpPr>
        <p:sp>
          <p:nvSpPr>
            <p:cNvPr id="134" name="Google Shape;134;p13"/>
            <p:cNvSpPr/>
            <p:nvPr/>
          </p:nvSpPr>
          <p:spPr>
            <a:xfrm>
              <a:off x="1308250" y="2014675"/>
              <a:ext cx="483300" cy="122100"/>
            </a:xfrm>
            <a:prstGeom prst="snip2SameRect">
              <a:avLst>
                <a:gd name="adj1" fmla="val 25145"/>
                <a:gd name="adj2" fmla="val 2710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359601" y="2034550"/>
              <a:ext cx="388489" cy="82200"/>
            </a:xfrm>
            <a:custGeom>
              <a:avLst/>
              <a:gdLst/>
              <a:ahLst/>
              <a:cxnLst/>
              <a:rect l="l" t="t" r="r" b="b"/>
              <a:pathLst>
                <a:path w="9142" h="1934" extrusionOk="0">
                  <a:moveTo>
                    <a:pt x="8291" y="1"/>
                  </a:moveTo>
                  <a:lnTo>
                    <a:pt x="8774" y="967"/>
                  </a:lnTo>
                  <a:lnTo>
                    <a:pt x="8291" y="1933"/>
                  </a:lnTo>
                  <a:lnTo>
                    <a:pt x="8658" y="1933"/>
                  </a:lnTo>
                  <a:lnTo>
                    <a:pt x="9141" y="967"/>
                  </a:lnTo>
                  <a:lnTo>
                    <a:pt x="8658" y="1"/>
                  </a:lnTo>
                  <a:close/>
                  <a:moveTo>
                    <a:pt x="5180" y="1"/>
                  </a:moveTo>
                  <a:lnTo>
                    <a:pt x="5663" y="967"/>
                  </a:lnTo>
                  <a:lnTo>
                    <a:pt x="5180" y="1933"/>
                  </a:lnTo>
                  <a:lnTo>
                    <a:pt x="5547" y="1933"/>
                  </a:lnTo>
                  <a:lnTo>
                    <a:pt x="6030" y="967"/>
                  </a:lnTo>
                  <a:lnTo>
                    <a:pt x="5547" y="1"/>
                  </a:lnTo>
                  <a:close/>
                  <a:moveTo>
                    <a:pt x="6223" y="1"/>
                  </a:moveTo>
                  <a:lnTo>
                    <a:pt x="6706" y="967"/>
                  </a:lnTo>
                  <a:lnTo>
                    <a:pt x="6223" y="1933"/>
                  </a:lnTo>
                  <a:lnTo>
                    <a:pt x="6590" y="1933"/>
                  </a:lnTo>
                  <a:lnTo>
                    <a:pt x="7073" y="967"/>
                  </a:lnTo>
                  <a:lnTo>
                    <a:pt x="6590" y="1"/>
                  </a:lnTo>
                  <a:close/>
                  <a:moveTo>
                    <a:pt x="7247" y="1"/>
                  </a:moveTo>
                  <a:lnTo>
                    <a:pt x="7731" y="967"/>
                  </a:lnTo>
                  <a:lnTo>
                    <a:pt x="7247" y="1933"/>
                  </a:lnTo>
                  <a:lnTo>
                    <a:pt x="7615" y="1933"/>
                  </a:lnTo>
                  <a:lnTo>
                    <a:pt x="8098" y="967"/>
                  </a:lnTo>
                  <a:lnTo>
                    <a:pt x="7615" y="1"/>
                  </a:lnTo>
                  <a:close/>
                  <a:moveTo>
                    <a:pt x="2088" y="1"/>
                  </a:moveTo>
                  <a:lnTo>
                    <a:pt x="2571" y="967"/>
                  </a:lnTo>
                  <a:lnTo>
                    <a:pt x="2088" y="1933"/>
                  </a:lnTo>
                  <a:lnTo>
                    <a:pt x="2455" y="1933"/>
                  </a:lnTo>
                  <a:lnTo>
                    <a:pt x="2938" y="967"/>
                  </a:lnTo>
                  <a:lnTo>
                    <a:pt x="2455" y="1"/>
                  </a:lnTo>
                  <a:close/>
                  <a:moveTo>
                    <a:pt x="484" y="967"/>
                  </a:moveTo>
                  <a:lnTo>
                    <a:pt x="1" y="1933"/>
                  </a:lnTo>
                  <a:lnTo>
                    <a:pt x="368" y="1933"/>
                  </a:lnTo>
                  <a:lnTo>
                    <a:pt x="851" y="967"/>
                  </a:lnTo>
                  <a:lnTo>
                    <a:pt x="368" y="1"/>
                  </a:lnTo>
                  <a:lnTo>
                    <a:pt x="1" y="1"/>
                  </a:lnTo>
                  <a:close/>
                  <a:moveTo>
                    <a:pt x="4155" y="1"/>
                  </a:moveTo>
                  <a:lnTo>
                    <a:pt x="4639" y="967"/>
                  </a:lnTo>
                  <a:lnTo>
                    <a:pt x="4155" y="1933"/>
                  </a:lnTo>
                  <a:lnTo>
                    <a:pt x="4503" y="1933"/>
                  </a:lnTo>
                  <a:lnTo>
                    <a:pt x="4986" y="967"/>
                  </a:lnTo>
                  <a:lnTo>
                    <a:pt x="4503" y="1"/>
                  </a:lnTo>
                  <a:close/>
                  <a:moveTo>
                    <a:pt x="1044" y="1"/>
                  </a:moveTo>
                  <a:lnTo>
                    <a:pt x="1527" y="967"/>
                  </a:lnTo>
                  <a:lnTo>
                    <a:pt x="1044" y="1933"/>
                  </a:lnTo>
                  <a:lnTo>
                    <a:pt x="1411" y="1933"/>
                  </a:lnTo>
                  <a:lnTo>
                    <a:pt x="1895" y="967"/>
                  </a:lnTo>
                  <a:lnTo>
                    <a:pt x="1411" y="1"/>
                  </a:lnTo>
                  <a:close/>
                  <a:moveTo>
                    <a:pt x="3112" y="1"/>
                  </a:moveTo>
                  <a:lnTo>
                    <a:pt x="3595" y="967"/>
                  </a:lnTo>
                  <a:lnTo>
                    <a:pt x="3112" y="1933"/>
                  </a:lnTo>
                  <a:lnTo>
                    <a:pt x="3479" y="1933"/>
                  </a:lnTo>
                  <a:lnTo>
                    <a:pt x="3962" y="967"/>
                  </a:lnTo>
                  <a:lnTo>
                    <a:pt x="34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rot="-2700000" flipH="1">
              <a:off x="2032496" y="1489662"/>
              <a:ext cx="1184408" cy="1172125"/>
            </a:xfrm>
            <a:custGeom>
              <a:avLst/>
              <a:gdLst/>
              <a:ahLst/>
              <a:cxnLst/>
              <a:rect l="l" t="t" r="r" b="b"/>
              <a:pathLst>
                <a:path w="22950" h="22712" extrusionOk="0">
                  <a:moveTo>
                    <a:pt x="4661" y="22712"/>
                  </a:moveTo>
                  <a:cubicBezTo>
                    <a:pt x="4033" y="22712"/>
                    <a:pt x="3724" y="21953"/>
                    <a:pt x="4163" y="21514"/>
                  </a:cubicBezTo>
                  <a:cubicBezTo>
                    <a:pt x="4614" y="21063"/>
                    <a:pt x="5373" y="21383"/>
                    <a:pt x="5373" y="22012"/>
                  </a:cubicBezTo>
                  <a:cubicBezTo>
                    <a:pt x="5373" y="22391"/>
                    <a:pt x="5053" y="22712"/>
                    <a:pt x="4661" y="22712"/>
                  </a:cubicBezTo>
                  <a:close/>
                  <a:moveTo>
                    <a:pt x="4661" y="21597"/>
                  </a:moveTo>
                  <a:cubicBezTo>
                    <a:pt x="4294" y="21597"/>
                    <a:pt x="4116" y="22036"/>
                    <a:pt x="4377" y="22297"/>
                  </a:cubicBezTo>
                  <a:cubicBezTo>
                    <a:pt x="4626" y="22557"/>
                    <a:pt x="5076" y="22368"/>
                    <a:pt x="5076" y="22012"/>
                  </a:cubicBezTo>
                  <a:cubicBezTo>
                    <a:pt x="5076" y="21787"/>
                    <a:pt x="4887" y="21597"/>
                    <a:pt x="4661" y="21597"/>
                  </a:cubicBezTo>
                  <a:close/>
                  <a:moveTo>
                    <a:pt x="11267" y="15596"/>
                  </a:moveTo>
                  <a:lnTo>
                    <a:pt x="11267" y="11896"/>
                  </a:lnTo>
                  <a:lnTo>
                    <a:pt x="22949" y="202"/>
                  </a:lnTo>
                  <a:lnTo>
                    <a:pt x="22736" y="0"/>
                  </a:lnTo>
                  <a:lnTo>
                    <a:pt x="10971" y="11765"/>
                  </a:lnTo>
                  <a:lnTo>
                    <a:pt x="10971" y="15477"/>
                  </a:lnTo>
                  <a:lnTo>
                    <a:pt x="5278" y="21170"/>
                  </a:lnTo>
                  <a:lnTo>
                    <a:pt x="5480" y="21371"/>
                  </a:lnTo>
                  <a:close/>
                  <a:moveTo>
                    <a:pt x="2811" y="22712"/>
                  </a:moveTo>
                  <a:cubicBezTo>
                    <a:pt x="2183" y="22712"/>
                    <a:pt x="1874" y="21953"/>
                    <a:pt x="2313" y="21514"/>
                  </a:cubicBezTo>
                  <a:cubicBezTo>
                    <a:pt x="2764" y="21063"/>
                    <a:pt x="3511" y="21383"/>
                    <a:pt x="3511" y="22012"/>
                  </a:cubicBezTo>
                  <a:cubicBezTo>
                    <a:pt x="3511" y="22403"/>
                    <a:pt x="3203" y="22712"/>
                    <a:pt x="2811" y="22712"/>
                  </a:cubicBezTo>
                  <a:close/>
                  <a:moveTo>
                    <a:pt x="2811" y="21597"/>
                  </a:moveTo>
                  <a:cubicBezTo>
                    <a:pt x="2444" y="21597"/>
                    <a:pt x="2266" y="22036"/>
                    <a:pt x="2527" y="22297"/>
                  </a:cubicBezTo>
                  <a:cubicBezTo>
                    <a:pt x="2776" y="22557"/>
                    <a:pt x="3214" y="22368"/>
                    <a:pt x="3214" y="22012"/>
                  </a:cubicBezTo>
                  <a:cubicBezTo>
                    <a:pt x="3226" y="21787"/>
                    <a:pt x="3037" y="21597"/>
                    <a:pt x="2811" y="21597"/>
                  </a:cubicBezTo>
                  <a:close/>
                  <a:moveTo>
                    <a:pt x="937" y="22712"/>
                  </a:moveTo>
                  <a:cubicBezTo>
                    <a:pt x="309" y="22712"/>
                    <a:pt x="0" y="21953"/>
                    <a:pt x="439" y="21514"/>
                  </a:cubicBezTo>
                  <a:cubicBezTo>
                    <a:pt x="890" y="21063"/>
                    <a:pt x="1649" y="21383"/>
                    <a:pt x="1649" y="22012"/>
                  </a:cubicBezTo>
                  <a:cubicBezTo>
                    <a:pt x="1649" y="22403"/>
                    <a:pt x="1329" y="22712"/>
                    <a:pt x="937" y="22712"/>
                  </a:cubicBezTo>
                  <a:close/>
                  <a:moveTo>
                    <a:pt x="937" y="21597"/>
                  </a:moveTo>
                  <a:cubicBezTo>
                    <a:pt x="582" y="21597"/>
                    <a:pt x="392" y="22036"/>
                    <a:pt x="653" y="22297"/>
                  </a:cubicBezTo>
                  <a:cubicBezTo>
                    <a:pt x="914" y="22557"/>
                    <a:pt x="1352" y="22368"/>
                    <a:pt x="1352" y="22012"/>
                  </a:cubicBezTo>
                  <a:cubicBezTo>
                    <a:pt x="1352" y="21787"/>
                    <a:pt x="1163" y="21597"/>
                    <a:pt x="937" y="215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/>
          <p:nvPr/>
        </p:nvSpPr>
        <p:spPr>
          <a:xfrm>
            <a:off x="8440500" y="-1675"/>
            <a:ext cx="718575" cy="649850"/>
          </a:xfrm>
          <a:custGeom>
            <a:avLst/>
            <a:gdLst/>
            <a:ahLst/>
            <a:cxnLst/>
            <a:rect l="l" t="t" r="r" b="b"/>
            <a:pathLst>
              <a:path w="28743" h="25994" extrusionOk="0">
                <a:moveTo>
                  <a:pt x="0" y="0"/>
                </a:moveTo>
                <a:lnTo>
                  <a:pt x="28743" y="0"/>
                </a:lnTo>
                <a:lnTo>
                  <a:pt x="28743" y="25994"/>
                </a:lnTo>
                <a:lnTo>
                  <a:pt x="6499" y="25994"/>
                </a:lnTo>
                <a:lnTo>
                  <a:pt x="10" y="2014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38" name="Google Shape;138;p13"/>
          <p:cNvSpPr/>
          <p:nvPr/>
        </p:nvSpPr>
        <p:spPr>
          <a:xfrm>
            <a:off x="1675" y="-8400"/>
            <a:ext cx="550525" cy="560600"/>
          </a:xfrm>
          <a:custGeom>
            <a:avLst/>
            <a:gdLst/>
            <a:ahLst/>
            <a:cxnLst/>
            <a:rect l="l" t="t" r="r" b="b"/>
            <a:pathLst>
              <a:path w="22021" h="22424" extrusionOk="0">
                <a:moveTo>
                  <a:pt x="269" y="0"/>
                </a:moveTo>
                <a:lnTo>
                  <a:pt x="22021" y="0"/>
                </a:lnTo>
                <a:lnTo>
                  <a:pt x="22021" y="11816"/>
                </a:lnTo>
                <a:lnTo>
                  <a:pt x="11414" y="22424"/>
                </a:lnTo>
                <a:lnTo>
                  <a:pt x="0" y="2242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39" name="Google Shape;139;p13"/>
          <p:cNvSpPr/>
          <p:nvPr/>
        </p:nvSpPr>
        <p:spPr>
          <a:xfrm flipH="1">
            <a:off x="90500" y="0"/>
            <a:ext cx="327108" cy="406856"/>
          </a:xfrm>
          <a:custGeom>
            <a:avLst/>
            <a:gdLst/>
            <a:ahLst/>
            <a:cxnLst/>
            <a:rect l="l" t="t" r="r" b="b"/>
            <a:pathLst>
              <a:path w="7295" h="9073" extrusionOk="0">
                <a:moveTo>
                  <a:pt x="3108" y="9073"/>
                </a:moveTo>
                <a:cubicBezTo>
                  <a:pt x="2479" y="9073"/>
                  <a:pt x="2171" y="8314"/>
                  <a:pt x="2610" y="7875"/>
                </a:cubicBezTo>
                <a:cubicBezTo>
                  <a:pt x="3061" y="7424"/>
                  <a:pt x="3820" y="7745"/>
                  <a:pt x="3820" y="8373"/>
                </a:cubicBezTo>
                <a:cubicBezTo>
                  <a:pt x="3820" y="8753"/>
                  <a:pt x="3499" y="9073"/>
                  <a:pt x="3108" y="9073"/>
                </a:cubicBezTo>
                <a:close/>
                <a:moveTo>
                  <a:pt x="3108" y="7958"/>
                </a:moveTo>
                <a:cubicBezTo>
                  <a:pt x="2752" y="7958"/>
                  <a:pt x="2562" y="8397"/>
                  <a:pt x="2823" y="8658"/>
                </a:cubicBezTo>
                <a:cubicBezTo>
                  <a:pt x="3084" y="8919"/>
                  <a:pt x="3523" y="8729"/>
                  <a:pt x="3523" y="8373"/>
                </a:cubicBezTo>
                <a:cubicBezTo>
                  <a:pt x="3511" y="8148"/>
                  <a:pt x="3333" y="7970"/>
                  <a:pt x="3108" y="7970"/>
                </a:cubicBezTo>
                <a:close/>
                <a:moveTo>
                  <a:pt x="3108" y="7128"/>
                </a:moveTo>
                <a:cubicBezTo>
                  <a:pt x="2479" y="7128"/>
                  <a:pt x="2171" y="6369"/>
                  <a:pt x="2610" y="5918"/>
                </a:cubicBezTo>
                <a:cubicBezTo>
                  <a:pt x="3061" y="5479"/>
                  <a:pt x="3820" y="5788"/>
                  <a:pt x="3820" y="6416"/>
                </a:cubicBezTo>
                <a:cubicBezTo>
                  <a:pt x="3820" y="6808"/>
                  <a:pt x="3499" y="7128"/>
                  <a:pt x="3108" y="7128"/>
                </a:cubicBezTo>
                <a:close/>
                <a:moveTo>
                  <a:pt x="3108" y="6013"/>
                </a:moveTo>
                <a:cubicBezTo>
                  <a:pt x="2752" y="6013"/>
                  <a:pt x="2562" y="6452"/>
                  <a:pt x="2823" y="6713"/>
                </a:cubicBezTo>
                <a:cubicBezTo>
                  <a:pt x="3084" y="6962"/>
                  <a:pt x="3523" y="6784"/>
                  <a:pt x="3523" y="6416"/>
                </a:cubicBezTo>
                <a:cubicBezTo>
                  <a:pt x="3511" y="6191"/>
                  <a:pt x="3333" y="6013"/>
                  <a:pt x="3108" y="6013"/>
                </a:cubicBezTo>
                <a:close/>
                <a:moveTo>
                  <a:pt x="4851" y="9073"/>
                </a:moveTo>
                <a:cubicBezTo>
                  <a:pt x="4223" y="9073"/>
                  <a:pt x="3914" y="8314"/>
                  <a:pt x="4353" y="7875"/>
                </a:cubicBezTo>
                <a:cubicBezTo>
                  <a:pt x="4804" y="7424"/>
                  <a:pt x="5563" y="7745"/>
                  <a:pt x="5563" y="8373"/>
                </a:cubicBezTo>
                <a:cubicBezTo>
                  <a:pt x="5563" y="8753"/>
                  <a:pt x="5243" y="9073"/>
                  <a:pt x="4851" y="9073"/>
                </a:cubicBezTo>
                <a:close/>
                <a:moveTo>
                  <a:pt x="4851" y="7958"/>
                </a:moveTo>
                <a:cubicBezTo>
                  <a:pt x="4484" y="7958"/>
                  <a:pt x="4306" y="8397"/>
                  <a:pt x="4567" y="8658"/>
                </a:cubicBezTo>
                <a:cubicBezTo>
                  <a:pt x="4816" y="8919"/>
                  <a:pt x="5266" y="8729"/>
                  <a:pt x="5266" y="8373"/>
                </a:cubicBezTo>
                <a:cubicBezTo>
                  <a:pt x="5255" y="8148"/>
                  <a:pt x="5077" y="7970"/>
                  <a:pt x="4851" y="7970"/>
                </a:cubicBezTo>
                <a:close/>
                <a:moveTo>
                  <a:pt x="6595" y="9073"/>
                </a:moveTo>
                <a:cubicBezTo>
                  <a:pt x="5966" y="9073"/>
                  <a:pt x="5658" y="8314"/>
                  <a:pt x="6097" y="7875"/>
                </a:cubicBezTo>
                <a:cubicBezTo>
                  <a:pt x="6535" y="7424"/>
                  <a:pt x="7294" y="7745"/>
                  <a:pt x="7294" y="8373"/>
                </a:cubicBezTo>
                <a:cubicBezTo>
                  <a:pt x="7294" y="8753"/>
                  <a:pt x="6986" y="9073"/>
                  <a:pt x="6595" y="9073"/>
                </a:cubicBezTo>
                <a:close/>
                <a:moveTo>
                  <a:pt x="6595" y="7958"/>
                </a:moveTo>
                <a:cubicBezTo>
                  <a:pt x="6227" y="7958"/>
                  <a:pt x="6049" y="8397"/>
                  <a:pt x="6310" y="8658"/>
                </a:cubicBezTo>
                <a:cubicBezTo>
                  <a:pt x="6559" y="8919"/>
                  <a:pt x="6998" y="8729"/>
                  <a:pt x="6998" y="8373"/>
                </a:cubicBezTo>
                <a:cubicBezTo>
                  <a:pt x="6998" y="8148"/>
                  <a:pt x="6820" y="7970"/>
                  <a:pt x="6595" y="7970"/>
                </a:cubicBezTo>
                <a:close/>
                <a:moveTo>
                  <a:pt x="2527" y="7709"/>
                </a:moveTo>
                <a:lnTo>
                  <a:pt x="297" y="5467"/>
                </a:lnTo>
                <a:lnTo>
                  <a:pt x="297" y="0"/>
                </a:lnTo>
                <a:lnTo>
                  <a:pt x="1" y="0"/>
                </a:lnTo>
                <a:lnTo>
                  <a:pt x="1" y="5598"/>
                </a:lnTo>
                <a:lnTo>
                  <a:pt x="2325" y="7911"/>
                </a:lnTo>
                <a:close/>
                <a:moveTo>
                  <a:pt x="5006" y="0"/>
                </a:moveTo>
                <a:lnTo>
                  <a:pt x="4709" y="0"/>
                </a:lnTo>
                <a:lnTo>
                  <a:pt x="4709" y="7294"/>
                </a:lnTo>
                <a:lnTo>
                  <a:pt x="5006" y="7294"/>
                </a:lnTo>
                <a:close/>
                <a:moveTo>
                  <a:pt x="6749" y="0"/>
                </a:moveTo>
                <a:lnTo>
                  <a:pt x="6452" y="0"/>
                </a:lnTo>
                <a:lnTo>
                  <a:pt x="6452" y="7294"/>
                </a:lnTo>
                <a:lnTo>
                  <a:pt x="6749" y="7294"/>
                </a:lnTo>
                <a:close/>
                <a:moveTo>
                  <a:pt x="2503" y="5456"/>
                </a:moveTo>
                <a:lnTo>
                  <a:pt x="1436" y="4388"/>
                </a:lnTo>
                <a:lnTo>
                  <a:pt x="1436" y="12"/>
                </a:lnTo>
                <a:lnTo>
                  <a:pt x="1139" y="12"/>
                </a:lnTo>
                <a:lnTo>
                  <a:pt x="1139" y="4519"/>
                </a:lnTo>
                <a:lnTo>
                  <a:pt x="2301" y="5669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3"/>
          <p:cNvSpPr/>
          <p:nvPr/>
        </p:nvSpPr>
        <p:spPr>
          <a:xfrm rot="10800000" flipH="1">
            <a:off x="8552875" y="0"/>
            <a:ext cx="591120" cy="582399"/>
          </a:xfrm>
          <a:custGeom>
            <a:avLst/>
            <a:gdLst/>
            <a:ahLst/>
            <a:cxnLst/>
            <a:rect l="l" t="t" r="r" b="b"/>
            <a:pathLst>
              <a:path w="14506" h="14292" extrusionOk="0">
                <a:moveTo>
                  <a:pt x="2930" y="2835"/>
                </a:moveTo>
                <a:cubicBezTo>
                  <a:pt x="2302" y="2835"/>
                  <a:pt x="1993" y="2076"/>
                  <a:pt x="2432" y="1625"/>
                </a:cubicBezTo>
                <a:cubicBezTo>
                  <a:pt x="2871" y="1186"/>
                  <a:pt x="3630" y="1494"/>
                  <a:pt x="3630" y="2123"/>
                </a:cubicBezTo>
                <a:cubicBezTo>
                  <a:pt x="3630" y="2514"/>
                  <a:pt x="3322" y="2835"/>
                  <a:pt x="2930" y="2835"/>
                </a:cubicBezTo>
                <a:close/>
                <a:moveTo>
                  <a:pt x="2930" y="1720"/>
                </a:moveTo>
                <a:cubicBezTo>
                  <a:pt x="2563" y="1720"/>
                  <a:pt x="2385" y="2159"/>
                  <a:pt x="2646" y="2419"/>
                </a:cubicBezTo>
                <a:cubicBezTo>
                  <a:pt x="2895" y="2669"/>
                  <a:pt x="3333" y="2491"/>
                  <a:pt x="3333" y="2123"/>
                </a:cubicBezTo>
                <a:cubicBezTo>
                  <a:pt x="3333" y="1898"/>
                  <a:pt x="3156" y="1720"/>
                  <a:pt x="2930" y="1720"/>
                </a:cubicBezTo>
                <a:close/>
                <a:moveTo>
                  <a:pt x="938" y="11338"/>
                </a:moveTo>
                <a:cubicBezTo>
                  <a:pt x="309" y="11338"/>
                  <a:pt x="1" y="10579"/>
                  <a:pt x="440" y="10140"/>
                </a:cubicBezTo>
                <a:cubicBezTo>
                  <a:pt x="890" y="9701"/>
                  <a:pt x="1649" y="10010"/>
                  <a:pt x="1649" y="10638"/>
                </a:cubicBezTo>
                <a:cubicBezTo>
                  <a:pt x="1649" y="11030"/>
                  <a:pt x="1329" y="11338"/>
                  <a:pt x="938" y="11338"/>
                </a:cubicBezTo>
                <a:close/>
                <a:moveTo>
                  <a:pt x="938" y="10235"/>
                </a:moveTo>
                <a:cubicBezTo>
                  <a:pt x="570" y="10235"/>
                  <a:pt x="392" y="10674"/>
                  <a:pt x="653" y="10923"/>
                </a:cubicBezTo>
                <a:cubicBezTo>
                  <a:pt x="902" y="11184"/>
                  <a:pt x="1353" y="11006"/>
                  <a:pt x="1353" y="10638"/>
                </a:cubicBezTo>
                <a:cubicBezTo>
                  <a:pt x="1353" y="10413"/>
                  <a:pt x="1163" y="10235"/>
                  <a:pt x="938" y="10235"/>
                </a:cubicBezTo>
                <a:close/>
                <a:moveTo>
                  <a:pt x="4116" y="1649"/>
                </a:moveTo>
                <a:cubicBezTo>
                  <a:pt x="3488" y="1649"/>
                  <a:pt x="3179" y="890"/>
                  <a:pt x="3618" y="439"/>
                </a:cubicBezTo>
                <a:cubicBezTo>
                  <a:pt x="4069" y="0"/>
                  <a:pt x="4828" y="308"/>
                  <a:pt x="4828" y="937"/>
                </a:cubicBezTo>
                <a:cubicBezTo>
                  <a:pt x="4816" y="1328"/>
                  <a:pt x="4508" y="1637"/>
                  <a:pt x="4116" y="1649"/>
                </a:cubicBezTo>
                <a:close/>
                <a:moveTo>
                  <a:pt x="4116" y="534"/>
                </a:moveTo>
                <a:cubicBezTo>
                  <a:pt x="3749" y="534"/>
                  <a:pt x="3571" y="973"/>
                  <a:pt x="3832" y="1222"/>
                </a:cubicBezTo>
                <a:cubicBezTo>
                  <a:pt x="4081" y="1483"/>
                  <a:pt x="4531" y="1305"/>
                  <a:pt x="4531" y="937"/>
                </a:cubicBezTo>
                <a:cubicBezTo>
                  <a:pt x="4531" y="712"/>
                  <a:pt x="4342" y="534"/>
                  <a:pt x="4116" y="534"/>
                </a:cubicBezTo>
                <a:close/>
                <a:moveTo>
                  <a:pt x="2930" y="4531"/>
                </a:moveTo>
                <a:cubicBezTo>
                  <a:pt x="2302" y="4531"/>
                  <a:pt x="1993" y="3771"/>
                  <a:pt x="2432" y="3333"/>
                </a:cubicBezTo>
                <a:cubicBezTo>
                  <a:pt x="2883" y="2882"/>
                  <a:pt x="3642" y="3202"/>
                  <a:pt x="3642" y="3831"/>
                </a:cubicBezTo>
                <a:cubicBezTo>
                  <a:pt x="3642" y="4222"/>
                  <a:pt x="3322" y="4542"/>
                  <a:pt x="2930" y="4542"/>
                </a:cubicBezTo>
                <a:close/>
                <a:moveTo>
                  <a:pt x="2930" y="3428"/>
                </a:moveTo>
                <a:cubicBezTo>
                  <a:pt x="2563" y="3428"/>
                  <a:pt x="2385" y="3866"/>
                  <a:pt x="2646" y="4115"/>
                </a:cubicBezTo>
                <a:cubicBezTo>
                  <a:pt x="2895" y="4376"/>
                  <a:pt x="3345" y="4198"/>
                  <a:pt x="3345" y="3831"/>
                </a:cubicBezTo>
                <a:cubicBezTo>
                  <a:pt x="3333" y="3605"/>
                  <a:pt x="3156" y="3428"/>
                  <a:pt x="2930" y="3428"/>
                </a:cubicBezTo>
                <a:close/>
                <a:moveTo>
                  <a:pt x="2930" y="6238"/>
                </a:moveTo>
                <a:cubicBezTo>
                  <a:pt x="2302" y="6238"/>
                  <a:pt x="1993" y="5479"/>
                  <a:pt x="2432" y="5040"/>
                </a:cubicBezTo>
                <a:cubicBezTo>
                  <a:pt x="2883" y="4590"/>
                  <a:pt x="3642" y="4910"/>
                  <a:pt x="3642" y="5539"/>
                </a:cubicBezTo>
                <a:cubicBezTo>
                  <a:pt x="3642" y="5930"/>
                  <a:pt x="3322" y="6250"/>
                  <a:pt x="2930" y="6250"/>
                </a:cubicBezTo>
                <a:close/>
                <a:moveTo>
                  <a:pt x="2930" y="5123"/>
                </a:moveTo>
                <a:cubicBezTo>
                  <a:pt x="2563" y="5123"/>
                  <a:pt x="2385" y="5562"/>
                  <a:pt x="2646" y="5823"/>
                </a:cubicBezTo>
                <a:cubicBezTo>
                  <a:pt x="2895" y="6084"/>
                  <a:pt x="3345" y="5894"/>
                  <a:pt x="3345" y="5539"/>
                </a:cubicBezTo>
                <a:cubicBezTo>
                  <a:pt x="3333" y="5313"/>
                  <a:pt x="3156" y="5135"/>
                  <a:pt x="2930" y="5135"/>
                </a:cubicBezTo>
                <a:close/>
                <a:moveTo>
                  <a:pt x="10995" y="8515"/>
                </a:moveTo>
                <a:cubicBezTo>
                  <a:pt x="10366" y="8515"/>
                  <a:pt x="10058" y="7756"/>
                  <a:pt x="10497" y="7306"/>
                </a:cubicBezTo>
                <a:cubicBezTo>
                  <a:pt x="10947" y="6867"/>
                  <a:pt x="11706" y="7175"/>
                  <a:pt x="11706" y="7804"/>
                </a:cubicBezTo>
                <a:cubicBezTo>
                  <a:pt x="11706" y="8195"/>
                  <a:pt x="11386" y="8527"/>
                  <a:pt x="10995" y="8527"/>
                </a:cubicBezTo>
                <a:close/>
                <a:moveTo>
                  <a:pt x="10995" y="7401"/>
                </a:moveTo>
                <a:cubicBezTo>
                  <a:pt x="10639" y="7401"/>
                  <a:pt x="10449" y="7839"/>
                  <a:pt x="10710" y="8100"/>
                </a:cubicBezTo>
                <a:cubicBezTo>
                  <a:pt x="10971" y="8349"/>
                  <a:pt x="11410" y="8171"/>
                  <a:pt x="11410" y="7804"/>
                </a:cubicBezTo>
                <a:cubicBezTo>
                  <a:pt x="11398" y="7590"/>
                  <a:pt x="11220" y="7412"/>
                  <a:pt x="10995" y="7412"/>
                </a:cubicBezTo>
                <a:close/>
                <a:moveTo>
                  <a:pt x="10402" y="7045"/>
                </a:moveTo>
                <a:lnTo>
                  <a:pt x="4875" y="1506"/>
                </a:lnTo>
                <a:lnTo>
                  <a:pt x="4662" y="1720"/>
                </a:lnTo>
                <a:lnTo>
                  <a:pt x="10200" y="7246"/>
                </a:lnTo>
                <a:close/>
                <a:moveTo>
                  <a:pt x="1080" y="4068"/>
                </a:moveTo>
                <a:lnTo>
                  <a:pt x="2373" y="2775"/>
                </a:lnTo>
                <a:lnTo>
                  <a:pt x="2159" y="2562"/>
                </a:lnTo>
                <a:lnTo>
                  <a:pt x="784" y="3938"/>
                </a:lnTo>
                <a:lnTo>
                  <a:pt x="784" y="9725"/>
                </a:lnTo>
                <a:lnTo>
                  <a:pt x="1080" y="9725"/>
                </a:lnTo>
                <a:close/>
                <a:moveTo>
                  <a:pt x="14505" y="13093"/>
                </a:moveTo>
                <a:lnTo>
                  <a:pt x="3974" y="2574"/>
                </a:lnTo>
                <a:lnTo>
                  <a:pt x="3772" y="2775"/>
                </a:lnTo>
                <a:lnTo>
                  <a:pt x="14292" y="13307"/>
                </a:lnTo>
                <a:close/>
                <a:moveTo>
                  <a:pt x="13699" y="14078"/>
                </a:moveTo>
                <a:lnTo>
                  <a:pt x="3974" y="4353"/>
                </a:lnTo>
                <a:lnTo>
                  <a:pt x="3772" y="4578"/>
                </a:lnTo>
                <a:lnTo>
                  <a:pt x="13497" y="14291"/>
                </a:lnTo>
                <a:close/>
                <a:moveTo>
                  <a:pt x="11908" y="14078"/>
                </a:moveTo>
                <a:lnTo>
                  <a:pt x="3974" y="6143"/>
                </a:lnTo>
                <a:lnTo>
                  <a:pt x="3772" y="6357"/>
                </a:lnTo>
                <a:lnTo>
                  <a:pt x="11706" y="14291"/>
                </a:lnTo>
                <a:close/>
              </a:path>
            </a:pathLst>
          </a:custGeom>
          <a:gradFill>
            <a:gsLst>
              <a:gs pos="0">
                <a:schemeClr val="accent6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F00">
              <a:alpha val="419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0"/>
          <p:cNvSpPr/>
          <p:nvPr/>
        </p:nvSpPr>
        <p:spPr>
          <a:xfrm rot="-5400000">
            <a:off x="5840925" y="2347250"/>
            <a:ext cx="2368800" cy="1304100"/>
          </a:xfrm>
          <a:prstGeom prst="snip2SameRect">
            <a:avLst>
              <a:gd name="adj1" fmla="val 8885"/>
              <a:gd name="adj2" fmla="val 10696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" name="Google Shape;240;p20"/>
          <p:cNvGrpSpPr/>
          <p:nvPr/>
        </p:nvGrpSpPr>
        <p:grpSpPr>
          <a:xfrm rot="5400000" flipH="1">
            <a:off x="1614654" y="1018783"/>
            <a:ext cx="1015693" cy="2319943"/>
            <a:chOff x="7694175" y="2057393"/>
            <a:chExt cx="1270410" cy="2901742"/>
          </a:xfrm>
        </p:grpSpPr>
        <p:sp>
          <p:nvSpPr>
            <p:cNvPr id="241" name="Google Shape;241;p20"/>
            <p:cNvSpPr/>
            <p:nvPr/>
          </p:nvSpPr>
          <p:spPr>
            <a:xfrm>
              <a:off x="7694175" y="2057393"/>
              <a:ext cx="1267048" cy="2901742"/>
            </a:xfrm>
            <a:custGeom>
              <a:avLst/>
              <a:gdLst/>
              <a:ahLst/>
              <a:cxnLst/>
              <a:rect l="l" t="t" r="r" b="b"/>
              <a:pathLst>
                <a:path w="29432" h="67404" extrusionOk="0">
                  <a:moveTo>
                    <a:pt x="7363" y="67403"/>
                  </a:moveTo>
                  <a:lnTo>
                    <a:pt x="117" y="67403"/>
                  </a:lnTo>
                  <a:cubicBezTo>
                    <a:pt x="59" y="67403"/>
                    <a:pt x="1" y="67345"/>
                    <a:pt x="1" y="67268"/>
                  </a:cubicBezTo>
                  <a:lnTo>
                    <a:pt x="1" y="62263"/>
                  </a:lnTo>
                  <a:cubicBezTo>
                    <a:pt x="1" y="62224"/>
                    <a:pt x="1" y="62205"/>
                    <a:pt x="40" y="62186"/>
                  </a:cubicBezTo>
                  <a:lnTo>
                    <a:pt x="3209" y="59017"/>
                  </a:lnTo>
                  <a:lnTo>
                    <a:pt x="3209" y="55384"/>
                  </a:lnTo>
                  <a:lnTo>
                    <a:pt x="445" y="52620"/>
                  </a:lnTo>
                  <a:cubicBezTo>
                    <a:pt x="426" y="52601"/>
                    <a:pt x="407" y="52582"/>
                    <a:pt x="407" y="52543"/>
                  </a:cubicBezTo>
                  <a:lnTo>
                    <a:pt x="407" y="47944"/>
                  </a:lnTo>
                  <a:cubicBezTo>
                    <a:pt x="407" y="47886"/>
                    <a:pt x="465" y="47828"/>
                    <a:pt x="542" y="47828"/>
                  </a:cubicBezTo>
                  <a:cubicBezTo>
                    <a:pt x="600" y="47828"/>
                    <a:pt x="658" y="47886"/>
                    <a:pt x="658" y="47944"/>
                  </a:cubicBezTo>
                  <a:lnTo>
                    <a:pt x="658" y="52485"/>
                  </a:lnTo>
                  <a:lnTo>
                    <a:pt x="3421" y="55248"/>
                  </a:lnTo>
                  <a:cubicBezTo>
                    <a:pt x="3441" y="55268"/>
                    <a:pt x="3460" y="55287"/>
                    <a:pt x="3460" y="55326"/>
                  </a:cubicBezTo>
                  <a:lnTo>
                    <a:pt x="3460" y="59055"/>
                  </a:lnTo>
                  <a:cubicBezTo>
                    <a:pt x="3460" y="59094"/>
                    <a:pt x="3441" y="59113"/>
                    <a:pt x="3421" y="59132"/>
                  </a:cubicBezTo>
                  <a:lnTo>
                    <a:pt x="252" y="62302"/>
                  </a:lnTo>
                  <a:lnTo>
                    <a:pt x="252" y="67133"/>
                  </a:lnTo>
                  <a:lnTo>
                    <a:pt x="7325" y="67133"/>
                  </a:lnTo>
                  <a:lnTo>
                    <a:pt x="9779" y="64679"/>
                  </a:lnTo>
                  <a:cubicBezTo>
                    <a:pt x="9818" y="64659"/>
                    <a:pt x="9837" y="64640"/>
                    <a:pt x="9876" y="64640"/>
                  </a:cubicBezTo>
                  <a:lnTo>
                    <a:pt x="17161" y="64640"/>
                  </a:lnTo>
                  <a:cubicBezTo>
                    <a:pt x="17200" y="64640"/>
                    <a:pt x="17238" y="64659"/>
                    <a:pt x="17258" y="64679"/>
                  </a:cubicBezTo>
                  <a:lnTo>
                    <a:pt x="19634" y="67055"/>
                  </a:lnTo>
                  <a:lnTo>
                    <a:pt x="29181" y="67055"/>
                  </a:lnTo>
                  <a:lnTo>
                    <a:pt x="29181" y="26301"/>
                  </a:lnTo>
                  <a:lnTo>
                    <a:pt x="26900" y="24020"/>
                  </a:lnTo>
                  <a:cubicBezTo>
                    <a:pt x="26881" y="23982"/>
                    <a:pt x="26862" y="23962"/>
                    <a:pt x="26862" y="23924"/>
                  </a:cubicBezTo>
                  <a:lnTo>
                    <a:pt x="26862" y="14861"/>
                  </a:lnTo>
                  <a:cubicBezTo>
                    <a:pt x="26862" y="14822"/>
                    <a:pt x="26881" y="14783"/>
                    <a:pt x="26900" y="14764"/>
                  </a:cubicBezTo>
                  <a:lnTo>
                    <a:pt x="29123" y="12561"/>
                  </a:lnTo>
                  <a:lnTo>
                    <a:pt x="29123" y="116"/>
                  </a:lnTo>
                  <a:cubicBezTo>
                    <a:pt x="29123" y="58"/>
                    <a:pt x="29161" y="0"/>
                    <a:pt x="29239" y="0"/>
                  </a:cubicBezTo>
                  <a:cubicBezTo>
                    <a:pt x="29297" y="0"/>
                    <a:pt x="29355" y="58"/>
                    <a:pt x="29355" y="116"/>
                  </a:cubicBezTo>
                  <a:lnTo>
                    <a:pt x="29355" y="12619"/>
                  </a:lnTo>
                  <a:cubicBezTo>
                    <a:pt x="29355" y="12638"/>
                    <a:pt x="29355" y="12677"/>
                    <a:pt x="29316" y="12696"/>
                  </a:cubicBezTo>
                  <a:lnTo>
                    <a:pt x="27113" y="14899"/>
                  </a:lnTo>
                  <a:lnTo>
                    <a:pt x="27113" y="23885"/>
                  </a:lnTo>
                  <a:lnTo>
                    <a:pt x="29393" y="26165"/>
                  </a:lnTo>
                  <a:cubicBezTo>
                    <a:pt x="29413" y="26185"/>
                    <a:pt x="29432" y="26204"/>
                    <a:pt x="29432" y="26243"/>
                  </a:cubicBezTo>
                  <a:lnTo>
                    <a:pt x="29432" y="67191"/>
                  </a:lnTo>
                  <a:cubicBezTo>
                    <a:pt x="29432" y="67249"/>
                    <a:pt x="29374" y="67307"/>
                    <a:pt x="29316" y="67307"/>
                  </a:cubicBezTo>
                  <a:lnTo>
                    <a:pt x="19577" y="67307"/>
                  </a:lnTo>
                  <a:cubicBezTo>
                    <a:pt x="19557" y="67307"/>
                    <a:pt x="19519" y="67307"/>
                    <a:pt x="19499" y="67287"/>
                  </a:cubicBezTo>
                  <a:lnTo>
                    <a:pt x="17122" y="64891"/>
                  </a:lnTo>
                  <a:lnTo>
                    <a:pt x="9914" y="64891"/>
                  </a:lnTo>
                  <a:lnTo>
                    <a:pt x="7460" y="67365"/>
                  </a:lnTo>
                  <a:cubicBezTo>
                    <a:pt x="7441" y="67384"/>
                    <a:pt x="7402" y="67403"/>
                    <a:pt x="7363" y="674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8878012" y="2629746"/>
              <a:ext cx="86574" cy="118990"/>
            </a:xfrm>
            <a:custGeom>
              <a:avLst/>
              <a:gdLst/>
              <a:ahLst/>
              <a:cxnLst/>
              <a:rect l="l" t="t" r="r" b="b"/>
              <a:pathLst>
                <a:path w="2011" h="2764" extrusionOk="0">
                  <a:moveTo>
                    <a:pt x="2010" y="0"/>
                  </a:moveTo>
                  <a:lnTo>
                    <a:pt x="1" y="1952"/>
                  </a:lnTo>
                  <a:lnTo>
                    <a:pt x="1" y="2764"/>
                  </a:lnTo>
                  <a:lnTo>
                    <a:pt x="2010" y="812"/>
                  </a:lnTo>
                  <a:lnTo>
                    <a:pt x="20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8878012" y="2705428"/>
              <a:ext cx="86574" cy="119033"/>
            </a:xfrm>
            <a:custGeom>
              <a:avLst/>
              <a:gdLst/>
              <a:ahLst/>
              <a:cxnLst/>
              <a:rect l="l" t="t" r="r" b="b"/>
              <a:pathLst>
                <a:path w="2011" h="2765" extrusionOk="0">
                  <a:moveTo>
                    <a:pt x="2010" y="1"/>
                  </a:moveTo>
                  <a:lnTo>
                    <a:pt x="1" y="1953"/>
                  </a:lnTo>
                  <a:lnTo>
                    <a:pt x="1" y="2764"/>
                  </a:lnTo>
                  <a:lnTo>
                    <a:pt x="2010" y="812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8878012" y="2780292"/>
              <a:ext cx="86574" cy="119033"/>
            </a:xfrm>
            <a:custGeom>
              <a:avLst/>
              <a:gdLst/>
              <a:ahLst/>
              <a:cxnLst/>
              <a:rect l="l" t="t" r="r" b="b"/>
              <a:pathLst>
                <a:path w="2011" h="2765" extrusionOk="0">
                  <a:moveTo>
                    <a:pt x="2010" y="1"/>
                  </a:moveTo>
                  <a:lnTo>
                    <a:pt x="1" y="1953"/>
                  </a:lnTo>
                  <a:lnTo>
                    <a:pt x="1" y="2764"/>
                  </a:lnTo>
                  <a:lnTo>
                    <a:pt x="2010" y="813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8878012" y="2856018"/>
              <a:ext cx="86574" cy="118990"/>
            </a:xfrm>
            <a:custGeom>
              <a:avLst/>
              <a:gdLst/>
              <a:ahLst/>
              <a:cxnLst/>
              <a:rect l="l" t="t" r="r" b="b"/>
              <a:pathLst>
                <a:path w="2011" h="2764" extrusionOk="0">
                  <a:moveTo>
                    <a:pt x="2010" y="1"/>
                  </a:moveTo>
                  <a:lnTo>
                    <a:pt x="1" y="1952"/>
                  </a:lnTo>
                  <a:lnTo>
                    <a:pt x="1" y="2764"/>
                  </a:lnTo>
                  <a:lnTo>
                    <a:pt x="2010" y="812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8878012" y="2931743"/>
              <a:ext cx="86574" cy="118990"/>
            </a:xfrm>
            <a:custGeom>
              <a:avLst/>
              <a:gdLst/>
              <a:ahLst/>
              <a:cxnLst/>
              <a:rect l="l" t="t" r="r" b="b"/>
              <a:pathLst>
                <a:path w="2011" h="2764" extrusionOk="0">
                  <a:moveTo>
                    <a:pt x="2010" y="0"/>
                  </a:moveTo>
                  <a:lnTo>
                    <a:pt x="1" y="1952"/>
                  </a:lnTo>
                  <a:lnTo>
                    <a:pt x="1" y="2763"/>
                  </a:lnTo>
                  <a:lnTo>
                    <a:pt x="2010" y="792"/>
                  </a:lnTo>
                  <a:lnTo>
                    <a:pt x="20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7" name="Google Shape;247;p20"/>
          <p:cNvSpPr/>
          <p:nvPr/>
        </p:nvSpPr>
        <p:spPr>
          <a:xfrm rot="5400000">
            <a:off x="5524244" y="2353971"/>
            <a:ext cx="3436402" cy="2142859"/>
          </a:xfrm>
          <a:custGeom>
            <a:avLst/>
            <a:gdLst/>
            <a:ahLst/>
            <a:cxnLst/>
            <a:rect l="l" t="t" r="r" b="b"/>
            <a:pathLst>
              <a:path w="95310" h="58076" fill="none" extrusionOk="0">
                <a:moveTo>
                  <a:pt x="0" y="52103"/>
                </a:moveTo>
                <a:lnTo>
                  <a:pt x="0" y="17690"/>
                </a:lnTo>
                <a:lnTo>
                  <a:pt x="3279" y="14386"/>
                </a:lnTo>
                <a:lnTo>
                  <a:pt x="64760" y="14386"/>
                </a:lnTo>
                <a:lnTo>
                  <a:pt x="64734" y="13217"/>
                </a:lnTo>
                <a:lnTo>
                  <a:pt x="69767" y="13191"/>
                </a:lnTo>
                <a:lnTo>
                  <a:pt x="80746" y="13191"/>
                </a:lnTo>
                <a:lnTo>
                  <a:pt x="82068" y="11870"/>
                </a:lnTo>
                <a:lnTo>
                  <a:pt x="82068" y="4677"/>
                </a:lnTo>
                <a:lnTo>
                  <a:pt x="86745" y="0"/>
                </a:lnTo>
                <a:lnTo>
                  <a:pt x="95310" y="0"/>
                </a:lnTo>
                <a:moveTo>
                  <a:pt x="73071" y="23053"/>
                </a:moveTo>
                <a:lnTo>
                  <a:pt x="73071" y="52484"/>
                </a:lnTo>
                <a:lnTo>
                  <a:pt x="70606" y="54949"/>
                </a:lnTo>
                <a:lnTo>
                  <a:pt x="3864" y="54949"/>
                </a:lnTo>
                <a:moveTo>
                  <a:pt x="71393" y="44300"/>
                </a:moveTo>
                <a:lnTo>
                  <a:pt x="71393" y="17969"/>
                </a:lnTo>
                <a:lnTo>
                  <a:pt x="69538" y="16089"/>
                </a:lnTo>
                <a:lnTo>
                  <a:pt x="15402" y="16089"/>
                </a:lnTo>
                <a:moveTo>
                  <a:pt x="1678" y="27068"/>
                </a:moveTo>
                <a:lnTo>
                  <a:pt x="1678" y="50858"/>
                </a:lnTo>
                <a:lnTo>
                  <a:pt x="4092" y="53272"/>
                </a:lnTo>
                <a:lnTo>
                  <a:pt x="55559" y="53272"/>
                </a:lnTo>
                <a:moveTo>
                  <a:pt x="21019" y="57542"/>
                </a:moveTo>
                <a:lnTo>
                  <a:pt x="52052" y="57542"/>
                </a:lnTo>
                <a:moveTo>
                  <a:pt x="52332" y="57466"/>
                </a:moveTo>
                <a:cubicBezTo>
                  <a:pt x="52332" y="57872"/>
                  <a:pt x="52840" y="58076"/>
                  <a:pt x="53119" y="57796"/>
                </a:cubicBezTo>
                <a:cubicBezTo>
                  <a:pt x="53399" y="57491"/>
                  <a:pt x="53196" y="57008"/>
                  <a:pt x="52789" y="57008"/>
                </a:cubicBezTo>
                <a:cubicBezTo>
                  <a:pt x="52535" y="57008"/>
                  <a:pt x="52332" y="57211"/>
                  <a:pt x="52332" y="57466"/>
                </a:cubicBezTo>
                <a:close/>
                <a:moveTo>
                  <a:pt x="19825" y="57466"/>
                </a:moveTo>
                <a:cubicBezTo>
                  <a:pt x="19825" y="57872"/>
                  <a:pt x="20308" y="58076"/>
                  <a:pt x="20613" y="57796"/>
                </a:cubicBezTo>
                <a:cubicBezTo>
                  <a:pt x="20892" y="57491"/>
                  <a:pt x="20689" y="57008"/>
                  <a:pt x="20282" y="57008"/>
                </a:cubicBezTo>
                <a:cubicBezTo>
                  <a:pt x="20028" y="57008"/>
                  <a:pt x="19825" y="57211"/>
                  <a:pt x="19825" y="57466"/>
                </a:cubicBezTo>
                <a:close/>
                <a:moveTo>
                  <a:pt x="21019" y="12124"/>
                </a:moveTo>
                <a:lnTo>
                  <a:pt x="52052" y="12124"/>
                </a:lnTo>
                <a:moveTo>
                  <a:pt x="52281" y="12048"/>
                </a:moveTo>
                <a:cubicBezTo>
                  <a:pt x="52281" y="12454"/>
                  <a:pt x="52789" y="12683"/>
                  <a:pt x="53069" y="12403"/>
                </a:cubicBezTo>
                <a:cubicBezTo>
                  <a:pt x="53374" y="12098"/>
                  <a:pt x="53170" y="11616"/>
                  <a:pt x="52764" y="11616"/>
                </a:cubicBezTo>
                <a:cubicBezTo>
                  <a:pt x="52509" y="11590"/>
                  <a:pt x="52306" y="11793"/>
                  <a:pt x="52281" y="12048"/>
                </a:cubicBezTo>
                <a:close/>
                <a:moveTo>
                  <a:pt x="19799" y="12048"/>
                </a:moveTo>
                <a:cubicBezTo>
                  <a:pt x="19799" y="12480"/>
                  <a:pt x="20282" y="12683"/>
                  <a:pt x="20587" y="12403"/>
                </a:cubicBezTo>
                <a:cubicBezTo>
                  <a:pt x="20867" y="12098"/>
                  <a:pt x="20663" y="11616"/>
                  <a:pt x="20257" y="11616"/>
                </a:cubicBezTo>
                <a:cubicBezTo>
                  <a:pt x="20003" y="11590"/>
                  <a:pt x="19799" y="11793"/>
                  <a:pt x="19799" y="12048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2541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20"/>
          <p:cNvGrpSpPr/>
          <p:nvPr/>
        </p:nvGrpSpPr>
        <p:grpSpPr>
          <a:xfrm rot="5400000">
            <a:off x="3494125" y="1415149"/>
            <a:ext cx="122100" cy="545400"/>
            <a:chOff x="4704125" y="3864124"/>
            <a:chExt cx="122100" cy="545400"/>
          </a:xfrm>
        </p:grpSpPr>
        <p:sp>
          <p:nvSpPr>
            <p:cNvPr id="249" name="Google Shape;249;p20"/>
            <p:cNvSpPr/>
            <p:nvPr/>
          </p:nvSpPr>
          <p:spPr>
            <a:xfrm rot="-5400000">
              <a:off x="4492475" y="4075774"/>
              <a:ext cx="545400" cy="122100"/>
            </a:xfrm>
            <a:prstGeom prst="snip2SameRect">
              <a:avLst>
                <a:gd name="adj1" fmla="val 25145"/>
                <a:gd name="adj2" fmla="val 2710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 rot="-5400000">
              <a:off x="4555011" y="4093696"/>
              <a:ext cx="420480" cy="86254"/>
            </a:xfrm>
            <a:custGeom>
              <a:avLst/>
              <a:gdLst/>
              <a:ahLst/>
              <a:cxnLst/>
              <a:rect l="l" t="t" r="r" b="b"/>
              <a:pathLst>
                <a:path w="19667" h="9667" extrusionOk="0">
                  <a:moveTo>
                    <a:pt x="1" y="31"/>
                  </a:moveTo>
                  <a:lnTo>
                    <a:pt x="1" y="9667"/>
                  </a:lnTo>
                  <a:lnTo>
                    <a:pt x="700" y="9667"/>
                  </a:lnTo>
                  <a:lnTo>
                    <a:pt x="700" y="31"/>
                  </a:lnTo>
                  <a:close/>
                  <a:moveTo>
                    <a:pt x="3770" y="1"/>
                  </a:moveTo>
                  <a:lnTo>
                    <a:pt x="3770" y="9667"/>
                  </a:lnTo>
                  <a:lnTo>
                    <a:pt x="4499" y="9667"/>
                  </a:lnTo>
                  <a:lnTo>
                    <a:pt x="4499" y="1"/>
                  </a:lnTo>
                  <a:close/>
                  <a:moveTo>
                    <a:pt x="5685" y="1"/>
                  </a:moveTo>
                  <a:lnTo>
                    <a:pt x="5685" y="9667"/>
                  </a:lnTo>
                  <a:lnTo>
                    <a:pt x="6414" y="9667"/>
                  </a:lnTo>
                  <a:lnTo>
                    <a:pt x="6414" y="1"/>
                  </a:lnTo>
                  <a:close/>
                  <a:moveTo>
                    <a:pt x="7600" y="1"/>
                  </a:moveTo>
                  <a:lnTo>
                    <a:pt x="7600" y="9667"/>
                  </a:lnTo>
                  <a:lnTo>
                    <a:pt x="8299" y="9667"/>
                  </a:lnTo>
                  <a:lnTo>
                    <a:pt x="8299" y="1"/>
                  </a:lnTo>
                  <a:close/>
                  <a:moveTo>
                    <a:pt x="9576" y="1"/>
                  </a:moveTo>
                  <a:lnTo>
                    <a:pt x="9576" y="9667"/>
                  </a:lnTo>
                  <a:lnTo>
                    <a:pt x="10275" y="9667"/>
                  </a:lnTo>
                  <a:lnTo>
                    <a:pt x="10335" y="1"/>
                  </a:lnTo>
                  <a:close/>
                  <a:moveTo>
                    <a:pt x="11095" y="1"/>
                  </a:moveTo>
                  <a:lnTo>
                    <a:pt x="11095" y="9667"/>
                  </a:lnTo>
                  <a:lnTo>
                    <a:pt x="11794" y="9667"/>
                  </a:lnTo>
                  <a:lnTo>
                    <a:pt x="11855" y="1"/>
                  </a:lnTo>
                  <a:close/>
                  <a:moveTo>
                    <a:pt x="13588" y="1"/>
                  </a:moveTo>
                  <a:lnTo>
                    <a:pt x="13588" y="9667"/>
                  </a:lnTo>
                  <a:lnTo>
                    <a:pt x="14317" y="9667"/>
                  </a:lnTo>
                  <a:lnTo>
                    <a:pt x="14317" y="1"/>
                  </a:lnTo>
                  <a:close/>
                  <a:moveTo>
                    <a:pt x="17174" y="1"/>
                  </a:moveTo>
                  <a:lnTo>
                    <a:pt x="17174" y="9667"/>
                  </a:lnTo>
                  <a:lnTo>
                    <a:pt x="17874" y="9667"/>
                  </a:lnTo>
                  <a:lnTo>
                    <a:pt x="17934" y="1"/>
                  </a:lnTo>
                  <a:close/>
                  <a:moveTo>
                    <a:pt x="18968" y="1"/>
                  </a:moveTo>
                  <a:lnTo>
                    <a:pt x="18968" y="9667"/>
                  </a:lnTo>
                  <a:lnTo>
                    <a:pt x="19667" y="9667"/>
                  </a:lnTo>
                  <a:lnTo>
                    <a:pt x="1966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1" name="Google Shape;251;p20"/>
          <p:cNvSpPr/>
          <p:nvPr/>
        </p:nvSpPr>
        <p:spPr>
          <a:xfrm>
            <a:off x="6815137" y="3893999"/>
            <a:ext cx="420480" cy="86254"/>
          </a:xfrm>
          <a:custGeom>
            <a:avLst/>
            <a:gdLst/>
            <a:ahLst/>
            <a:cxnLst/>
            <a:rect l="l" t="t" r="r" b="b"/>
            <a:pathLst>
              <a:path w="19667" h="9667" extrusionOk="0">
                <a:moveTo>
                  <a:pt x="1" y="31"/>
                </a:moveTo>
                <a:lnTo>
                  <a:pt x="1" y="9667"/>
                </a:lnTo>
                <a:lnTo>
                  <a:pt x="700" y="9667"/>
                </a:lnTo>
                <a:lnTo>
                  <a:pt x="700" y="31"/>
                </a:lnTo>
                <a:close/>
                <a:moveTo>
                  <a:pt x="3770" y="1"/>
                </a:moveTo>
                <a:lnTo>
                  <a:pt x="3770" y="9667"/>
                </a:lnTo>
                <a:lnTo>
                  <a:pt x="4499" y="9667"/>
                </a:lnTo>
                <a:lnTo>
                  <a:pt x="4499" y="1"/>
                </a:lnTo>
                <a:close/>
                <a:moveTo>
                  <a:pt x="5685" y="1"/>
                </a:moveTo>
                <a:lnTo>
                  <a:pt x="5685" y="9667"/>
                </a:lnTo>
                <a:lnTo>
                  <a:pt x="6414" y="9667"/>
                </a:lnTo>
                <a:lnTo>
                  <a:pt x="6414" y="1"/>
                </a:lnTo>
                <a:close/>
                <a:moveTo>
                  <a:pt x="7600" y="1"/>
                </a:moveTo>
                <a:lnTo>
                  <a:pt x="7600" y="9667"/>
                </a:lnTo>
                <a:lnTo>
                  <a:pt x="8299" y="9667"/>
                </a:lnTo>
                <a:lnTo>
                  <a:pt x="8299" y="1"/>
                </a:lnTo>
                <a:close/>
                <a:moveTo>
                  <a:pt x="9576" y="1"/>
                </a:moveTo>
                <a:lnTo>
                  <a:pt x="9576" y="9667"/>
                </a:lnTo>
                <a:lnTo>
                  <a:pt x="10275" y="9667"/>
                </a:lnTo>
                <a:lnTo>
                  <a:pt x="10335" y="1"/>
                </a:lnTo>
                <a:close/>
                <a:moveTo>
                  <a:pt x="11095" y="1"/>
                </a:moveTo>
                <a:lnTo>
                  <a:pt x="11095" y="9667"/>
                </a:lnTo>
                <a:lnTo>
                  <a:pt x="11794" y="9667"/>
                </a:lnTo>
                <a:lnTo>
                  <a:pt x="11855" y="1"/>
                </a:lnTo>
                <a:close/>
                <a:moveTo>
                  <a:pt x="13588" y="1"/>
                </a:moveTo>
                <a:lnTo>
                  <a:pt x="13588" y="9667"/>
                </a:lnTo>
                <a:lnTo>
                  <a:pt x="14317" y="9667"/>
                </a:lnTo>
                <a:lnTo>
                  <a:pt x="14317" y="1"/>
                </a:lnTo>
                <a:close/>
                <a:moveTo>
                  <a:pt x="17174" y="1"/>
                </a:moveTo>
                <a:lnTo>
                  <a:pt x="17174" y="9667"/>
                </a:lnTo>
                <a:lnTo>
                  <a:pt x="17874" y="9667"/>
                </a:lnTo>
                <a:lnTo>
                  <a:pt x="17934" y="1"/>
                </a:lnTo>
                <a:close/>
                <a:moveTo>
                  <a:pt x="18968" y="1"/>
                </a:moveTo>
                <a:lnTo>
                  <a:pt x="18968" y="9667"/>
                </a:lnTo>
                <a:lnTo>
                  <a:pt x="19667" y="9667"/>
                </a:lnTo>
                <a:lnTo>
                  <a:pt x="19667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6550925" y="2049875"/>
            <a:ext cx="109500" cy="109500"/>
          </a:xfrm>
          <a:prstGeom prst="halfFrame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0"/>
          <p:cNvSpPr/>
          <p:nvPr/>
        </p:nvSpPr>
        <p:spPr>
          <a:xfrm flipH="1">
            <a:off x="7390100" y="2049875"/>
            <a:ext cx="109500" cy="109500"/>
          </a:xfrm>
          <a:prstGeom prst="halfFrame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0"/>
          <p:cNvSpPr/>
          <p:nvPr/>
        </p:nvSpPr>
        <p:spPr>
          <a:xfrm rot="10800000" flipH="1">
            <a:off x="6550925" y="3320975"/>
            <a:ext cx="109500" cy="109500"/>
          </a:xfrm>
          <a:prstGeom prst="halfFrame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0"/>
          <p:cNvSpPr/>
          <p:nvPr/>
        </p:nvSpPr>
        <p:spPr>
          <a:xfrm rot="10800000">
            <a:off x="7390100" y="3320975"/>
            <a:ext cx="109500" cy="109500"/>
          </a:xfrm>
          <a:prstGeom prst="halfFrame">
            <a:avLst>
              <a:gd name="adj1" fmla="val 0"/>
              <a:gd name="adj2" fmla="val 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0" y="0"/>
            <a:ext cx="9153900" cy="3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0"/>
          <p:cNvSpPr/>
          <p:nvPr/>
        </p:nvSpPr>
        <p:spPr>
          <a:xfrm rot="5400000">
            <a:off x="6710325" y="353975"/>
            <a:ext cx="688800" cy="670850"/>
          </a:xfrm>
          <a:custGeom>
            <a:avLst/>
            <a:gdLst/>
            <a:ahLst/>
            <a:cxnLst/>
            <a:rect l="l" t="t" r="r" b="b"/>
            <a:pathLst>
              <a:path w="27552" h="26834" extrusionOk="0">
                <a:moveTo>
                  <a:pt x="26713" y="350"/>
                </a:moveTo>
                <a:cubicBezTo>
                  <a:pt x="26992" y="350"/>
                  <a:pt x="27221" y="579"/>
                  <a:pt x="27221" y="859"/>
                </a:cubicBezTo>
                <a:cubicBezTo>
                  <a:pt x="27221" y="1185"/>
                  <a:pt x="26965" y="1395"/>
                  <a:pt x="26698" y="1395"/>
                </a:cubicBezTo>
                <a:cubicBezTo>
                  <a:pt x="26570" y="1395"/>
                  <a:pt x="26438" y="1347"/>
                  <a:pt x="26331" y="1240"/>
                </a:cubicBezTo>
                <a:cubicBezTo>
                  <a:pt x="26001" y="909"/>
                  <a:pt x="26255" y="350"/>
                  <a:pt x="26713" y="350"/>
                </a:cubicBezTo>
                <a:close/>
                <a:moveTo>
                  <a:pt x="25238" y="2460"/>
                </a:moveTo>
                <a:cubicBezTo>
                  <a:pt x="25518" y="2460"/>
                  <a:pt x="25747" y="2714"/>
                  <a:pt x="25747" y="2994"/>
                </a:cubicBezTo>
                <a:cubicBezTo>
                  <a:pt x="25747" y="3301"/>
                  <a:pt x="25494" y="3506"/>
                  <a:pt x="25227" y="3506"/>
                </a:cubicBezTo>
                <a:cubicBezTo>
                  <a:pt x="25098" y="3506"/>
                  <a:pt x="24965" y="3457"/>
                  <a:pt x="24857" y="3349"/>
                </a:cubicBezTo>
                <a:cubicBezTo>
                  <a:pt x="24527" y="3044"/>
                  <a:pt x="24756" y="2485"/>
                  <a:pt x="25213" y="2485"/>
                </a:cubicBezTo>
                <a:lnTo>
                  <a:pt x="25238" y="2460"/>
                </a:lnTo>
                <a:close/>
                <a:moveTo>
                  <a:pt x="15555" y="13719"/>
                </a:moveTo>
                <a:cubicBezTo>
                  <a:pt x="15835" y="13744"/>
                  <a:pt x="16063" y="13973"/>
                  <a:pt x="16063" y="14253"/>
                </a:cubicBezTo>
                <a:cubicBezTo>
                  <a:pt x="16063" y="14561"/>
                  <a:pt x="15810" y="14765"/>
                  <a:pt x="15544" y="14765"/>
                </a:cubicBezTo>
                <a:cubicBezTo>
                  <a:pt x="15414" y="14765"/>
                  <a:pt x="15282" y="14717"/>
                  <a:pt x="15174" y="14609"/>
                </a:cubicBezTo>
                <a:cubicBezTo>
                  <a:pt x="14843" y="14304"/>
                  <a:pt x="15072" y="13744"/>
                  <a:pt x="15555" y="13744"/>
                </a:cubicBezTo>
                <a:lnTo>
                  <a:pt x="15555" y="13719"/>
                </a:lnTo>
                <a:close/>
                <a:moveTo>
                  <a:pt x="26" y="8356"/>
                </a:moveTo>
                <a:lnTo>
                  <a:pt x="26" y="8661"/>
                </a:lnTo>
                <a:lnTo>
                  <a:pt x="9735" y="8661"/>
                </a:lnTo>
                <a:lnTo>
                  <a:pt x="14843" y="13795"/>
                </a:lnTo>
                <a:cubicBezTo>
                  <a:pt x="14488" y="14354"/>
                  <a:pt x="14894" y="15091"/>
                  <a:pt x="15555" y="15091"/>
                </a:cubicBezTo>
                <a:cubicBezTo>
                  <a:pt x="15579" y="15093"/>
                  <a:pt x="15602" y="15094"/>
                  <a:pt x="15625" y="15094"/>
                </a:cubicBezTo>
                <a:cubicBezTo>
                  <a:pt x="16701" y="15094"/>
                  <a:pt x="16701" y="13412"/>
                  <a:pt x="15625" y="13412"/>
                </a:cubicBezTo>
                <a:cubicBezTo>
                  <a:pt x="15602" y="13412"/>
                  <a:pt x="15579" y="13412"/>
                  <a:pt x="15555" y="13414"/>
                </a:cubicBezTo>
                <a:cubicBezTo>
                  <a:pt x="15377" y="13414"/>
                  <a:pt x="15225" y="13465"/>
                  <a:pt x="15072" y="13567"/>
                </a:cubicBezTo>
                <a:lnTo>
                  <a:pt x="9862" y="8356"/>
                </a:lnTo>
                <a:close/>
                <a:moveTo>
                  <a:pt x="26721" y="0"/>
                </a:moveTo>
                <a:cubicBezTo>
                  <a:pt x="26358" y="0"/>
                  <a:pt x="25994" y="219"/>
                  <a:pt x="25899" y="681"/>
                </a:cubicBezTo>
                <a:lnTo>
                  <a:pt x="21960" y="681"/>
                </a:lnTo>
                <a:lnTo>
                  <a:pt x="18503" y="4137"/>
                </a:lnTo>
                <a:lnTo>
                  <a:pt x="18503" y="14990"/>
                </a:lnTo>
                <a:lnTo>
                  <a:pt x="17029" y="16464"/>
                </a:lnTo>
                <a:lnTo>
                  <a:pt x="14996" y="16464"/>
                </a:lnTo>
                <a:lnTo>
                  <a:pt x="8667" y="10135"/>
                </a:lnTo>
                <a:lnTo>
                  <a:pt x="26" y="10135"/>
                </a:lnTo>
                <a:lnTo>
                  <a:pt x="26" y="10440"/>
                </a:lnTo>
                <a:lnTo>
                  <a:pt x="8515" y="10440"/>
                </a:lnTo>
                <a:lnTo>
                  <a:pt x="14843" y="16769"/>
                </a:lnTo>
                <a:lnTo>
                  <a:pt x="17156" y="16769"/>
                </a:lnTo>
                <a:lnTo>
                  <a:pt x="18834" y="15142"/>
                </a:lnTo>
                <a:lnTo>
                  <a:pt x="18834" y="4264"/>
                </a:lnTo>
                <a:lnTo>
                  <a:pt x="22112" y="986"/>
                </a:lnTo>
                <a:lnTo>
                  <a:pt x="25899" y="986"/>
                </a:lnTo>
                <a:cubicBezTo>
                  <a:pt x="25993" y="1456"/>
                  <a:pt x="26354" y="1676"/>
                  <a:pt x="26715" y="1676"/>
                </a:cubicBezTo>
                <a:cubicBezTo>
                  <a:pt x="27133" y="1676"/>
                  <a:pt x="27551" y="1379"/>
                  <a:pt x="27551" y="833"/>
                </a:cubicBezTo>
                <a:cubicBezTo>
                  <a:pt x="27551" y="290"/>
                  <a:pt x="27137" y="0"/>
                  <a:pt x="26721" y="0"/>
                </a:cubicBezTo>
                <a:close/>
                <a:moveTo>
                  <a:pt x="25243" y="2142"/>
                </a:moveTo>
                <a:cubicBezTo>
                  <a:pt x="24854" y="2142"/>
                  <a:pt x="24462" y="2390"/>
                  <a:pt x="24400" y="2892"/>
                </a:cubicBezTo>
                <a:lnTo>
                  <a:pt x="22061" y="2892"/>
                </a:lnTo>
                <a:lnTo>
                  <a:pt x="19799" y="5128"/>
                </a:lnTo>
                <a:lnTo>
                  <a:pt x="19799" y="15524"/>
                </a:lnTo>
                <a:lnTo>
                  <a:pt x="17588" y="17735"/>
                </a:lnTo>
                <a:lnTo>
                  <a:pt x="14157" y="17735"/>
                </a:lnTo>
                <a:lnTo>
                  <a:pt x="8871" y="12448"/>
                </a:lnTo>
                <a:lnTo>
                  <a:pt x="26" y="12448"/>
                </a:lnTo>
                <a:lnTo>
                  <a:pt x="26" y="12779"/>
                </a:lnTo>
                <a:lnTo>
                  <a:pt x="8744" y="12779"/>
                </a:lnTo>
                <a:lnTo>
                  <a:pt x="14005" y="18040"/>
                </a:lnTo>
                <a:lnTo>
                  <a:pt x="17715" y="18040"/>
                </a:lnTo>
                <a:lnTo>
                  <a:pt x="20104" y="15651"/>
                </a:lnTo>
                <a:lnTo>
                  <a:pt x="20104" y="5256"/>
                </a:lnTo>
                <a:lnTo>
                  <a:pt x="22189" y="3197"/>
                </a:lnTo>
                <a:lnTo>
                  <a:pt x="24425" y="3197"/>
                </a:lnTo>
                <a:cubicBezTo>
                  <a:pt x="24546" y="3624"/>
                  <a:pt x="24883" y="3815"/>
                  <a:pt x="25222" y="3815"/>
                </a:cubicBezTo>
                <a:cubicBezTo>
                  <a:pt x="25670" y="3815"/>
                  <a:pt x="26121" y="3481"/>
                  <a:pt x="26077" y="2917"/>
                </a:cubicBezTo>
                <a:cubicBezTo>
                  <a:pt x="26039" y="2403"/>
                  <a:pt x="25642" y="2142"/>
                  <a:pt x="25243" y="2142"/>
                </a:cubicBezTo>
                <a:close/>
                <a:moveTo>
                  <a:pt x="5922" y="17226"/>
                </a:moveTo>
                <a:cubicBezTo>
                  <a:pt x="6202" y="17226"/>
                  <a:pt x="6431" y="17455"/>
                  <a:pt x="6431" y="17735"/>
                </a:cubicBezTo>
                <a:cubicBezTo>
                  <a:pt x="6431" y="18048"/>
                  <a:pt x="6168" y="18266"/>
                  <a:pt x="5897" y="18266"/>
                </a:cubicBezTo>
                <a:cubicBezTo>
                  <a:pt x="5772" y="18266"/>
                  <a:pt x="5645" y="18220"/>
                  <a:pt x="5541" y="18116"/>
                </a:cubicBezTo>
                <a:cubicBezTo>
                  <a:pt x="5211" y="17786"/>
                  <a:pt x="5440" y="17226"/>
                  <a:pt x="5922" y="17226"/>
                </a:cubicBezTo>
                <a:close/>
                <a:moveTo>
                  <a:pt x="5909" y="16907"/>
                </a:moveTo>
                <a:cubicBezTo>
                  <a:pt x="5566" y="16907"/>
                  <a:pt x="5227" y="17113"/>
                  <a:pt x="5109" y="17481"/>
                </a:cubicBezTo>
                <a:lnTo>
                  <a:pt x="1" y="17481"/>
                </a:lnTo>
                <a:lnTo>
                  <a:pt x="1" y="17786"/>
                </a:lnTo>
                <a:lnTo>
                  <a:pt x="5084" y="17786"/>
                </a:lnTo>
                <a:cubicBezTo>
                  <a:pt x="5109" y="18239"/>
                  <a:pt x="5458" y="18567"/>
                  <a:pt x="5910" y="18573"/>
                </a:cubicBezTo>
                <a:lnTo>
                  <a:pt x="5910" y="18573"/>
                </a:lnTo>
                <a:cubicBezTo>
                  <a:pt x="6588" y="18564"/>
                  <a:pt x="6962" y="17808"/>
                  <a:pt x="6583" y="17252"/>
                </a:cubicBezTo>
                <a:cubicBezTo>
                  <a:pt x="6412" y="17016"/>
                  <a:pt x="6159" y="16907"/>
                  <a:pt x="5909" y="16907"/>
                </a:cubicBezTo>
                <a:close/>
                <a:moveTo>
                  <a:pt x="5910" y="18573"/>
                </a:moveTo>
                <a:cubicBezTo>
                  <a:pt x="5905" y="18573"/>
                  <a:pt x="5901" y="18573"/>
                  <a:pt x="5897" y="18573"/>
                </a:cubicBezTo>
                <a:lnTo>
                  <a:pt x="5922" y="18573"/>
                </a:lnTo>
                <a:cubicBezTo>
                  <a:pt x="5918" y="18573"/>
                  <a:pt x="5914" y="18573"/>
                  <a:pt x="5910" y="18573"/>
                </a:cubicBezTo>
                <a:close/>
                <a:moveTo>
                  <a:pt x="21070" y="18802"/>
                </a:moveTo>
                <a:cubicBezTo>
                  <a:pt x="21350" y="18828"/>
                  <a:pt x="21579" y="19056"/>
                  <a:pt x="21579" y="19336"/>
                </a:cubicBezTo>
                <a:cubicBezTo>
                  <a:pt x="21579" y="19644"/>
                  <a:pt x="21325" y="19848"/>
                  <a:pt x="21059" y="19848"/>
                </a:cubicBezTo>
                <a:cubicBezTo>
                  <a:pt x="20930" y="19848"/>
                  <a:pt x="20797" y="19800"/>
                  <a:pt x="20689" y="19692"/>
                </a:cubicBezTo>
                <a:cubicBezTo>
                  <a:pt x="20359" y="19361"/>
                  <a:pt x="20587" y="18802"/>
                  <a:pt x="21045" y="18802"/>
                </a:cubicBezTo>
                <a:close/>
                <a:moveTo>
                  <a:pt x="26" y="14024"/>
                </a:moveTo>
                <a:lnTo>
                  <a:pt x="26" y="14329"/>
                </a:lnTo>
                <a:lnTo>
                  <a:pt x="7625" y="14329"/>
                </a:lnTo>
                <a:lnTo>
                  <a:pt x="12607" y="19336"/>
                </a:lnTo>
                <a:lnTo>
                  <a:pt x="20232" y="19336"/>
                </a:lnTo>
                <a:cubicBezTo>
                  <a:pt x="20207" y="19779"/>
                  <a:pt x="20564" y="20150"/>
                  <a:pt x="21002" y="20150"/>
                </a:cubicBezTo>
                <a:cubicBezTo>
                  <a:pt x="21016" y="20150"/>
                  <a:pt x="21030" y="20150"/>
                  <a:pt x="21045" y="20149"/>
                </a:cubicBezTo>
                <a:lnTo>
                  <a:pt x="21070" y="20149"/>
                </a:lnTo>
                <a:cubicBezTo>
                  <a:pt x="21731" y="20149"/>
                  <a:pt x="22138" y="19412"/>
                  <a:pt x="21756" y="18878"/>
                </a:cubicBezTo>
                <a:cubicBezTo>
                  <a:pt x="21594" y="18623"/>
                  <a:pt x="21331" y="18500"/>
                  <a:pt x="21069" y="18500"/>
                </a:cubicBezTo>
                <a:cubicBezTo>
                  <a:pt x="20757" y="18500"/>
                  <a:pt x="20446" y="18674"/>
                  <a:pt x="20308" y="19005"/>
                </a:cubicBezTo>
                <a:lnTo>
                  <a:pt x="12734" y="19005"/>
                </a:lnTo>
                <a:lnTo>
                  <a:pt x="7752" y="14024"/>
                </a:lnTo>
                <a:close/>
                <a:moveTo>
                  <a:pt x="15453" y="25487"/>
                </a:moveTo>
                <a:cubicBezTo>
                  <a:pt x="15733" y="25487"/>
                  <a:pt x="15962" y="25715"/>
                  <a:pt x="15962" y="25995"/>
                </a:cubicBezTo>
                <a:cubicBezTo>
                  <a:pt x="15962" y="26308"/>
                  <a:pt x="15699" y="26526"/>
                  <a:pt x="15428" y="26526"/>
                </a:cubicBezTo>
                <a:cubicBezTo>
                  <a:pt x="15303" y="26526"/>
                  <a:pt x="15176" y="26480"/>
                  <a:pt x="15072" y="26376"/>
                </a:cubicBezTo>
                <a:cubicBezTo>
                  <a:pt x="14742" y="26046"/>
                  <a:pt x="14970" y="25487"/>
                  <a:pt x="15453" y="25487"/>
                </a:cubicBezTo>
                <a:close/>
                <a:moveTo>
                  <a:pt x="26" y="19997"/>
                </a:moveTo>
                <a:lnTo>
                  <a:pt x="26" y="20302"/>
                </a:lnTo>
                <a:lnTo>
                  <a:pt x="9735" y="20302"/>
                </a:lnTo>
                <a:lnTo>
                  <a:pt x="14843" y="25410"/>
                </a:lnTo>
                <a:cubicBezTo>
                  <a:pt x="14335" y="25944"/>
                  <a:pt x="14691" y="26834"/>
                  <a:pt x="15453" y="26834"/>
                </a:cubicBezTo>
                <a:cubicBezTo>
                  <a:pt x="16495" y="26757"/>
                  <a:pt x="16495" y="25232"/>
                  <a:pt x="15453" y="25156"/>
                </a:cubicBezTo>
                <a:cubicBezTo>
                  <a:pt x="15352" y="25156"/>
                  <a:pt x="15225" y="25182"/>
                  <a:pt x="15123" y="25232"/>
                </a:cubicBezTo>
                <a:lnTo>
                  <a:pt x="9862" y="1999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ctrTitle"/>
          </p:nvPr>
        </p:nvSpPr>
        <p:spPr>
          <a:xfrm>
            <a:off x="1718400" y="2274000"/>
            <a:ext cx="2809200" cy="80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subTitle" idx="1"/>
          </p:nvPr>
        </p:nvSpPr>
        <p:spPr>
          <a:xfrm>
            <a:off x="1718400" y="3079496"/>
            <a:ext cx="2809200" cy="80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udiowide"/>
              <a:buNone/>
              <a:defRPr sz="3600" b="1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●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pace Grotesk"/>
              <a:buChar char="○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Space Grotesk"/>
              <a:buChar char="■"/>
              <a:defRPr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2"/>
          <p:cNvSpPr txBox="1">
            <a:spLocks noGrp="1"/>
          </p:cNvSpPr>
          <p:nvPr>
            <p:ph type="ctrTitle"/>
          </p:nvPr>
        </p:nvSpPr>
        <p:spPr>
          <a:xfrm>
            <a:off x="2544791" y="2130796"/>
            <a:ext cx="5558540" cy="74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0" dirty="0" err="1">
                <a:solidFill>
                  <a:srgbClr val="12151D"/>
                </a:solidFill>
              </a:rPr>
              <a:t>ParkPie</a:t>
            </a:r>
            <a:endParaRPr sz="11500" dirty="0">
              <a:solidFill>
                <a:srgbClr val="12151D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99435C-D7C3-42A7-903A-9E0014C38982}"/>
              </a:ext>
            </a:extLst>
          </p:cNvPr>
          <p:cNvSpPr txBox="1"/>
          <p:nvPr/>
        </p:nvSpPr>
        <p:spPr>
          <a:xfrm>
            <a:off x="1461377" y="3012704"/>
            <a:ext cx="5858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n>
                  <a:solidFill>
                    <a:schemeClr val="bg1">
                      <a:lumMod val="10000"/>
                      <a:lumOff val="90000"/>
                    </a:schemeClr>
                  </a:solidFill>
                </a:ln>
              </a:rPr>
              <a:t>Uma solução simples e moderna para aluguel de vagas de estacionamentos ou garagens</a:t>
            </a:r>
            <a:endParaRPr lang="pt-BR" sz="2000" dirty="0">
              <a:ln>
                <a:solidFill>
                  <a:schemeClr val="bg1">
                    <a:lumMod val="10000"/>
                    <a:lumOff val="90000"/>
                  </a:schemeClr>
                </a:solidFill>
              </a:ln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6BE7D91-34BD-4F1D-ABB1-3B548EFCE6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82" y="721139"/>
            <a:ext cx="2291565" cy="2291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941464" y="276502"/>
            <a:ext cx="3791403" cy="677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latin typeface="Arial Rounded MT Bold" panose="020F0704030504030204" pitchFamily="34" charset="0"/>
              </a:rPr>
              <a:t>Visão Geral</a:t>
            </a:r>
            <a:endParaRPr sz="4800" dirty="0">
              <a:latin typeface="Arial Rounded MT Bold" panose="020F0704030504030204" pitchFamily="34" charset="0"/>
            </a:endParaRPr>
          </a:p>
        </p:txBody>
      </p:sp>
      <p:sp>
        <p:nvSpPr>
          <p:cNvPr id="576" name="Google Shape;576;p33"/>
          <p:cNvSpPr txBox="1">
            <a:spLocks noGrp="1"/>
          </p:cNvSpPr>
          <p:nvPr>
            <p:ph type="body" idx="1"/>
          </p:nvPr>
        </p:nvSpPr>
        <p:spPr>
          <a:xfrm>
            <a:off x="288493" y="1098755"/>
            <a:ext cx="8567013" cy="4205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Nos tempos </a:t>
            </a:r>
            <a:r>
              <a:rPr lang="en-US" sz="1200" dirty="0" err="1"/>
              <a:t>atuais</a:t>
            </a:r>
            <a:r>
              <a:rPr lang="en-US" sz="1200" dirty="0"/>
              <a:t>, com o </a:t>
            </a:r>
            <a:r>
              <a:rPr lang="en-US" sz="1200" dirty="0" err="1"/>
              <a:t>crescimento</a:t>
            </a:r>
            <a:r>
              <a:rPr lang="en-US" sz="1200" dirty="0"/>
              <a:t> do </a:t>
            </a:r>
            <a:r>
              <a:rPr lang="en-US" sz="1200" dirty="0" err="1"/>
              <a:t>uso</a:t>
            </a:r>
            <a:r>
              <a:rPr lang="en-US" sz="1200" dirty="0"/>
              <a:t> de </a:t>
            </a:r>
            <a:r>
              <a:rPr lang="en-US" sz="1200" dirty="0" err="1"/>
              <a:t>transporte</a:t>
            </a:r>
            <a:r>
              <a:rPr lang="en-US" sz="1200" dirty="0"/>
              <a:t>, </a:t>
            </a:r>
            <a:r>
              <a:rPr lang="en-US" sz="1200" dirty="0" err="1"/>
              <a:t>seja</a:t>
            </a:r>
            <a:r>
              <a:rPr lang="en-US" sz="1200" dirty="0"/>
              <a:t> </a:t>
            </a:r>
            <a:r>
              <a:rPr lang="en-US" sz="1200" dirty="0" err="1"/>
              <a:t>devido</a:t>
            </a:r>
            <a:r>
              <a:rPr lang="en-US" sz="1200" dirty="0"/>
              <a:t> a </a:t>
            </a:r>
            <a:r>
              <a:rPr lang="en-US" sz="1200" dirty="0" err="1"/>
              <a:t>trabalho</a:t>
            </a:r>
            <a:r>
              <a:rPr lang="en-US" sz="1200" dirty="0"/>
              <a:t>, </a:t>
            </a:r>
            <a:r>
              <a:rPr lang="en-US" sz="1200" dirty="0" err="1"/>
              <a:t>estudos</a:t>
            </a:r>
            <a:r>
              <a:rPr lang="en-US" sz="1200" dirty="0"/>
              <a:t> e </a:t>
            </a:r>
            <a:r>
              <a:rPr lang="en-US" sz="1200" dirty="0" err="1"/>
              <a:t>até</a:t>
            </a:r>
            <a:r>
              <a:rPr lang="en-US" sz="1200" dirty="0"/>
              <a:t> </a:t>
            </a:r>
            <a:r>
              <a:rPr lang="en-US" sz="1200" dirty="0" err="1"/>
              <a:t>mesmo</a:t>
            </a:r>
            <a:r>
              <a:rPr lang="en-US" sz="1200" dirty="0"/>
              <a:t> </a:t>
            </a:r>
            <a:r>
              <a:rPr lang="en-US" sz="1200" dirty="0" err="1"/>
              <a:t>lazer</a:t>
            </a:r>
            <a:r>
              <a:rPr lang="en-US" sz="1200" dirty="0"/>
              <a:t> e </a:t>
            </a:r>
            <a:r>
              <a:rPr lang="en-US" sz="1200" dirty="0" err="1"/>
              <a:t>viagens</a:t>
            </a:r>
            <a:r>
              <a:rPr lang="en-US" sz="1200" dirty="0"/>
              <a:t>, a </a:t>
            </a:r>
            <a:r>
              <a:rPr lang="en-US" sz="1200" dirty="0" err="1"/>
              <a:t>demanda</a:t>
            </a:r>
            <a:r>
              <a:rPr lang="en-US" sz="1200" dirty="0"/>
              <a:t> por </a:t>
            </a:r>
            <a:r>
              <a:rPr lang="en-US" sz="1200" dirty="0" err="1"/>
              <a:t>vagas</a:t>
            </a:r>
            <a:r>
              <a:rPr lang="en-US" sz="1200" dirty="0"/>
              <a:t> de </a:t>
            </a:r>
            <a:r>
              <a:rPr lang="en-US" sz="1200" dirty="0" err="1"/>
              <a:t>estacionamento</a:t>
            </a:r>
            <a:r>
              <a:rPr lang="en-US" sz="1200" dirty="0"/>
              <a:t> </a:t>
            </a:r>
            <a:r>
              <a:rPr lang="en-US" sz="1200" dirty="0" err="1"/>
              <a:t>só</a:t>
            </a:r>
            <a:r>
              <a:rPr lang="en-US" sz="1200" dirty="0"/>
              <a:t> </a:t>
            </a:r>
            <a:r>
              <a:rPr lang="en-US" sz="1200" dirty="0" err="1"/>
              <a:t>vem</a:t>
            </a:r>
            <a:r>
              <a:rPr lang="en-US" sz="1200" dirty="0"/>
              <a:t> </a:t>
            </a:r>
            <a:r>
              <a:rPr lang="en-US" sz="1200" dirty="0" err="1"/>
              <a:t>aumentando</a:t>
            </a:r>
            <a:r>
              <a:rPr lang="en-US" sz="1200" dirty="0"/>
              <a:t>. Com base </a:t>
            </a:r>
            <a:r>
              <a:rPr lang="en-US" sz="1200" dirty="0" err="1"/>
              <a:t>neste</a:t>
            </a:r>
            <a:r>
              <a:rPr lang="en-US" sz="1200" dirty="0"/>
              <a:t> </a:t>
            </a:r>
            <a:r>
              <a:rPr lang="en-US" sz="1200" dirty="0" err="1"/>
              <a:t>problema</a:t>
            </a:r>
            <a:r>
              <a:rPr lang="en-US" sz="1200" dirty="0"/>
              <a:t>, a </a:t>
            </a:r>
            <a:r>
              <a:rPr lang="en-US" sz="1200" dirty="0" err="1"/>
              <a:t>minha</a:t>
            </a:r>
            <a:r>
              <a:rPr lang="en-US" sz="1200" dirty="0"/>
              <a:t> </a:t>
            </a:r>
            <a:r>
              <a:rPr lang="en-US" sz="1200" dirty="0" err="1"/>
              <a:t>equipe</a:t>
            </a:r>
            <a:r>
              <a:rPr lang="en-US" sz="1200" dirty="0"/>
              <a:t> </a:t>
            </a:r>
            <a:r>
              <a:rPr lang="en-US" sz="1200" dirty="0" err="1"/>
              <a:t>realizou</a:t>
            </a:r>
            <a:r>
              <a:rPr lang="en-US" sz="1200" dirty="0"/>
              <a:t> um </a:t>
            </a:r>
            <a:r>
              <a:rPr lang="en-US" sz="1200" dirty="0" err="1"/>
              <a:t>estudo</a:t>
            </a:r>
            <a:r>
              <a:rPr lang="en-US" sz="1200" dirty="0"/>
              <a:t> para </a:t>
            </a:r>
            <a:r>
              <a:rPr lang="en-US" sz="1200" dirty="0" err="1"/>
              <a:t>encontrar</a:t>
            </a:r>
            <a:r>
              <a:rPr lang="en-US" sz="1200" dirty="0"/>
              <a:t> </a:t>
            </a:r>
            <a:r>
              <a:rPr lang="en-US" sz="1200" dirty="0" err="1"/>
              <a:t>uma</a:t>
            </a:r>
            <a:r>
              <a:rPr lang="en-US" sz="1200" dirty="0"/>
              <a:t> </a:t>
            </a:r>
            <a:r>
              <a:rPr lang="en-US" sz="1200" dirty="0" err="1"/>
              <a:t>solução</a:t>
            </a:r>
            <a:r>
              <a:rPr lang="en-US" sz="1200" dirty="0"/>
              <a:t> para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desafio</a:t>
            </a:r>
            <a:r>
              <a:rPr lang="en-US" sz="120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 </a:t>
            </a:r>
            <a:r>
              <a:rPr lang="en-US" sz="1200" dirty="0" err="1"/>
              <a:t>proposta</a:t>
            </a:r>
            <a:r>
              <a:rPr lang="en-US" sz="1200" dirty="0"/>
              <a:t> se </a:t>
            </a:r>
            <a:r>
              <a:rPr lang="en-US" sz="1200" dirty="0" err="1"/>
              <a:t>baseia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criação</a:t>
            </a:r>
            <a:r>
              <a:rPr lang="en-US" sz="1200" dirty="0"/>
              <a:t> de </a:t>
            </a:r>
            <a:r>
              <a:rPr lang="en-US" sz="1200" dirty="0" err="1"/>
              <a:t>uma</a:t>
            </a:r>
            <a:r>
              <a:rPr lang="en-US" sz="1200" dirty="0"/>
              <a:t> Startup com </a:t>
            </a:r>
            <a:r>
              <a:rPr lang="en-US" sz="1200" dirty="0" err="1"/>
              <a:t>foco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criação</a:t>
            </a:r>
            <a:r>
              <a:rPr lang="en-US" sz="1200" dirty="0"/>
              <a:t> de um </a:t>
            </a:r>
            <a:r>
              <a:rPr lang="en-US" sz="1200" dirty="0" err="1"/>
              <a:t>aplicativo</a:t>
            </a:r>
            <a:r>
              <a:rPr lang="en-US" sz="1200" dirty="0"/>
              <a:t> do qual </a:t>
            </a:r>
            <a:r>
              <a:rPr lang="en-US" sz="1200" dirty="0" err="1"/>
              <a:t>será</a:t>
            </a:r>
            <a:r>
              <a:rPr lang="en-US" sz="1200" dirty="0"/>
              <a:t> </a:t>
            </a:r>
            <a:r>
              <a:rPr lang="en-US" sz="1200" dirty="0" err="1"/>
              <a:t>possível</a:t>
            </a:r>
            <a:r>
              <a:rPr lang="en-US" sz="1200" dirty="0"/>
              <a:t> </a:t>
            </a:r>
            <a:r>
              <a:rPr lang="en-US" sz="1200" dirty="0" err="1"/>
              <a:t>cadastrar</a:t>
            </a:r>
            <a:r>
              <a:rPr lang="en-US" sz="1200" dirty="0"/>
              <a:t> </a:t>
            </a:r>
            <a:r>
              <a:rPr lang="en-US" sz="1200" dirty="0" err="1"/>
              <a:t>estacionamentos</a:t>
            </a:r>
            <a:r>
              <a:rPr lang="en-US" sz="1200" dirty="0"/>
              <a:t> e </a:t>
            </a:r>
            <a:r>
              <a:rPr lang="en-US" sz="1200" dirty="0" err="1"/>
              <a:t>garagens</a:t>
            </a:r>
            <a:r>
              <a:rPr lang="en-US" sz="1200" dirty="0"/>
              <a:t> e </a:t>
            </a:r>
            <a:r>
              <a:rPr lang="en-US" sz="1200" dirty="0" err="1"/>
              <a:t>vagas</a:t>
            </a:r>
            <a:r>
              <a:rPr lang="en-US" sz="1200" dirty="0"/>
              <a:t>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uso</a:t>
            </a:r>
            <a:r>
              <a:rPr lang="en-US" sz="120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ctr">
              <a:buNone/>
            </a:pP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Dentre</a:t>
            </a:r>
            <a:r>
              <a:rPr lang="en-US" sz="1200" dirty="0"/>
              <a:t> </a:t>
            </a:r>
            <a:r>
              <a:rPr lang="en-US" sz="1200" dirty="0" err="1"/>
              <a:t>os</a:t>
            </a:r>
            <a:r>
              <a:rPr lang="en-US" sz="1200" dirty="0"/>
              <a:t> </a:t>
            </a:r>
            <a:r>
              <a:rPr lang="en-US" sz="1200" dirty="0" err="1"/>
              <a:t>objetivos</a:t>
            </a:r>
            <a:r>
              <a:rPr lang="en-US" sz="1200" dirty="0"/>
              <a:t> </a:t>
            </a:r>
            <a:r>
              <a:rPr lang="en-US" sz="1200" dirty="0" err="1"/>
              <a:t>estabelecidos</a:t>
            </a:r>
            <a:r>
              <a:rPr lang="en-US" sz="1200" dirty="0"/>
              <a:t>, </a:t>
            </a:r>
            <a:r>
              <a:rPr lang="en-US" sz="1200" dirty="0" err="1"/>
              <a:t>destacam</a:t>
            </a:r>
            <a:r>
              <a:rPr lang="en-US" sz="1200" dirty="0"/>
              <a:t>-se:</a:t>
            </a:r>
          </a:p>
          <a:p>
            <a:pPr marL="914400" lvl="0">
              <a:buChar char="●"/>
            </a:pPr>
            <a:endParaRPr lang="en" sz="1200" b="1" dirty="0"/>
          </a:p>
          <a:p>
            <a:pPr marL="330200" indent="-171450" fontAlgn="base">
              <a:buFont typeface="Arial" panose="020B0604020202020204" pitchFamily="34" charset="0"/>
              <a:buChar char="•"/>
            </a:pPr>
            <a:r>
              <a:rPr lang="pt-BR" sz="1200" b="1" dirty="0"/>
              <a:t>Construir um Aplicativo conectado ao GPS do dispositivo que permita </a:t>
            </a:r>
          </a:p>
          <a:p>
            <a:pPr marL="158750" indent="0" fontAlgn="base">
              <a:buNone/>
            </a:pPr>
            <a:r>
              <a:rPr lang="pt-BR" sz="1200" b="1" dirty="0"/>
              <a:t>o usuário alugar vagas com antecedência; </a:t>
            </a:r>
          </a:p>
          <a:p>
            <a:pPr marL="330200" indent="-171450" fontAlgn="base">
              <a:buFont typeface="Arial" panose="020B0604020202020204" pitchFamily="34" charset="0"/>
              <a:buChar char="•"/>
            </a:pPr>
            <a:r>
              <a:rPr lang="pt-BR" sz="1200" b="1" dirty="0"/>
              <a:t>Construir uma infraestrutura que permita o usuário cadastrar e </a:t>
            </a:r>
          </a:p>
          <a:p>
            <a:pPr marL="158750" indent="0" fontAlgn="base">
              <a:buNone/>
            </a:pPr>
            <a:r>
              <a:rPr lang="pt-BR" sz="1200" b="1" dirty="0"/>
              <a:t>alugar vagas e garagens para outros usuários; </a:t>
            </a:r>
          </a:p>
          <a:p>
            <a:pPr marL="330200" indent="-171450" fontAlgn="base">
              <a:buFont typeface="Arial" panose="020B0604020202020204" pitchFamily="34" charset="0"/>
              <a:buChar char="•"/>
            </a:pPr>
            <a:r>
              <a:rPr lang="pt-BR" sz="1200" b="1" dirty="0"/>
              <a:t>Criar parcerias com estacionamentos da região para auxiliar no marketing; </a:t>
            </a:r>
          </a:p>
          <a:p>
            <a:pPr marL="330200" indent="-171450" fontAlgn="base">
              <a:buFont typeface="Arial" panose="020B0604020202020204" pitchFamily="34" charset="0"/>
              <a:buChar char="•"/>
            </a:pPr>
            <a:r>
              <a:rPr lang="pt-BR" sz="1200" b="1" dirty="0"/>
              <a:t>Criar um sistema de créditos para atuar como um parquímetro em </a:t>
            </a:r>
          </a:p>
          <a:p>
            <a:pPr marL="158750" indent="0" fontAlgn="base">
              <a:buNone/>
            </a:pPr>
            <a:r>
              <a:rPr lang="pt-BR" sz="1200" b="1" dirty="0"/>
              <a:t>que o usuário pague para o tempo de uso em que ele usou o estacionamento; </a:t>
            </a:r>
          </a:p>
          <a:p>
            <a:pPr marL="330200" indent="-171450" fontAlgn="base">
              <a:buFont typeface="Arial" panose="020B0604020202020204" pitchFamily="34" charset="0"/>
              <a:buChar char="•"/>
            </a:pPr>
            <a:r>
              <a:rPr lang="pt-BR" sz="1200" b="1" dirty="0"/>
              <a:t>Criar uma área para atendimento aos usuários;</a:t>
            </a:r>
            <a:r>
              <a:rPr lang="pt-BR" sz="1200" dirty="0"/>
              <a:t> 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95A2110-46FC-4F27-804D-25C13A22E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490" y="2377824"/>
            <a:ext cx="2414310" cy="24143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4719763" y="2175933"/>
            <a:ext cx="3791403" cy="10498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latin typeface="Arial Rounded MT Bold" panose="020F0704030504030204" pitchFamily="34" charset="0"/>
              </a:rPr>
              <a:t>Protótipo</a:t>
            </a:r>
            <a:endParaRPr sz="4800" dirty="0">
              <a:latin typeface="Arial Rounded MT Bold" panose="020F07040305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52B251-B836-4624-B6F1-0A802A7B77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0" t="3723" r="10385"/>
          <a:stretch/>
        </p:blipFill>
        <p:spPr bwMode="auto">
          <a:xfrm>
            <a:off x="810634" y="609599"/>
            <a:ext cx="1873302" cy="394123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B92E82E-C502-478E-9801-ED79D29698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2" t="3951" r="9787"/>
          <a:stretch/>
        </p:blipFill>
        <p:spPr bwMode="auto">
          <a:xfrm>
            <a:off x="3033519" y="1310026"/>
            <a:ext cx="1538481" cy="324080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87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713225" y="234700"/>
            <a:ext cx="77175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Plano de Desenvolvimento</a:t>
            </a:r>
            <a:br>
              <a:rPr lang="pt-BR" dirty="0"/>
            </a:b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0FB04E-EE77-471B-BC5E-37B0175BD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454" y="949200"/>
            <a:ext cx="7601041" cy="39596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5"/>
          <p:cNvSpPr txBox="1">
            <a:spLocks noGrp="1"/>
          </p:cNvSpPr>
          <p:nvPr>
            <p:ph type="ctrTitle"/>
          </p:nvPr>
        </p:nvSpPr>
        <p:spPr>
          <a:xfrm>
            <a:off x="884026" y="1230502"/>
            <a:ext cx="5195375" cy="18577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dirty="0"/>
              <a:t>Resultados Esperados</a:t>
            </a:r>
            <a:endParaRPr sz="3600" dirty="0"/>
          </a:p>
        </p:txBody>
      </p:sp>
      <p:sp>
        <p:nvSpPr>
          <p:cNvPr id="599" name="Google Shape;599;p35"/>
          <p:cNvSpPr txBox="1">
            <a:spLocks noGrp="1"/>
          </p:cNvSpPr>
          <p:nvPr>
            <p:ph type="subTitle" idx="1"/>
          </p:nvPr>
        </p:nvSpPr>
        <p:spPr>
          <a:xfrm>
            <a:off x="372201" y="2701454"/>
            <a:ext cx="5707200" cy="22711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pt-BR" dirty="0"/>
              <a:t>Esperamos não somente auxiliar o usuário no processo de reserva de vagas, mas também melhorar o tráfego urbano e possibilitar a abertura e expansão de mais estabelecimentos próprios para estacionamento e locais destinados para vagas. Portanto, a equipe pretende gerar satisfação ao cliente final, modernizar o sistema atual de estacionamento e por fim, impactar positivamente no fluxo de veículos das cidades e metrópoles, que crescem cada vez mais. </a:t>
            </a:r>
            <a:endParaRPr lang="en-US" dirty="0"/>
          </a:p>
        </p:txBody>
      </p:sp>
      <p:sp>
        <p:nvSpPr>
          <p:cNvPr id="601" name="Google Shape;601;p35"/>
          <p:cNvSpPr/>
          <p:nvPr/>
        </p:nvSpPr>
        <p:spPr>
          <a:xfrm>
            <a:off x="6660476" y="2159369"/>
            <a:ext cx="729682" cy="1161590"/>
          </a:xfrm>
          <a:custGeom>
            <a:avLst/>
            <a:gdLst/>
            <a:ahLst/>
            <a:cxnLst/>
            <a:rect l="l" t="t" r="r" b="b"/>
            <a:pathLst>
              <a:path w="20231" h="32206" extrusionOk="0">
                <a:moveTo>
                  <a:pt x="10115" y="0"/>
                </a:moveTo>
                <a:cubicBezTo>
                  <a:pt x="7212" y="0"/>
                  <a:pt x="4345" y="1243"/>
                  <a:pt x="2364" y="3638"/>
                </a:cubicBezTo>
                <a:cubicBezTo>
                  <a:pt x="2287" y="3689"/>
                  <a:pt x="2287" y="3765"/>
                  <a:pt x="2364" y="3816"/>
                </a:cubicBezTo>
                <a:cubicBezTo>
                  <a:pt x="2389" y="3841"/>
                  <a:pt x="2440" y="3867"/>
                  <a:pt x="2465" y="3867"/>
                </a:cubicBezTo>
                <a:cubicBezTo>
                  <a:pt x="2516" y="3867"/>
                  <a:pt x="2542" y="3841"/>
                  <a:pt x="2592" y="3816"/>
                </a:cubicBezTo>
                <a:cubicBezTo>
                  <a:pt x="4533" y="1505"/>
                  <a:pt x="7320" y="299"/>
                  <a:pt x="10137" y="299"/>
                </a:cubicBezTo>
                <a:cubicBezTo>
                  <a:pt x="12154" y="299"/>
                  <a:pt x="14186" y="917"/>
                  <a:pt x="15936" y="2189"/>
                </a:cubicBezTo>
                <a:cubicBezTo>
                  <a:pt x="16342" y="2494"/>
                  <a:pt x="16724" y="2799"/>
                  <a:pt x="17079" y="3155"/>
                </a:cubicBezTo>
                <a:cubicBezTo>
                  <a:pt x="17105" y="3181"/>
                  <a:pt x="17130" y="3206"/>
                  <a:pt x="17156" y="3206"/>
                </a:cubicBezTo>
                <a:cubicBezTo>
                  <a:pt x="17207" y="3206"/>
                  <a:pt x="17232" y="3181"/>
                  <a:pt x="17257" y="3155"/>
                </a:cubicBezTo>
                <a:cubicBezTo>
                  <a:pt x="17308" y="3104"/>
                  <a:pt x="17308" y="3028"/>
                  <a:pt x="17257" y="2977"/>
                </a:cubicBezTo>
                <a:cubicBezTo>
                  <a:pt x="16902" y="2596"/>
                  <a:pt x="16520" y="2266"/>
                  <a:pt x="16114" y="1961"/>
                </a:cubicBezTo>
                <a:cubicBezTo>
                  <a:pt x="14307" y="642"/>
                  <a:pt x="12201" y="0"/>
                  <a:pt x="10115" y="0"/>
                </a:cubicBezTo>
                <a:close/>
                <a:moveTo>
                  <a:pt x="10100" y="4389"/>
                </a:moveTo>
                <a:cubicBezTo>
                  <a:pt x="8709" y="4389"/>
                  <a:pt x="7299" y="4839"/>
                  <a:pt x="6100" y="5798"/>
                </a:cubicBezTo>
                <a:cubicBezTo>
                  <a:pt x="6049" y="5849"/>
                  <a:pt x="6049" y="5925"/>
                  <a:pt x="6100" y="6002"/>
                </a:cubicBezTo>
                <a:cubicBezTo>
                  <a:pt x="6113" y="6027"/>
                  <a:pt x="6144" y="6040"/>
                  <a:pt x="6179" y="6040"/>
                </a:cubicBezTo>
                <a:cubicBezTo>
                  <a:pt x="6214" y="6040"/>
                  <a:pt x="6252" y="6027"/>
                  <a:pt x="6278" y="6002"/>
                </a:cubicBezTo>
                <a:cubicBezTo>
                  <a:pt x="7423" y="5087"/>
                  <a:pt x="8774" y="4656"/>
                  <a:pt x="10107" y="4656"/>
                </a:cubicBezTo>
                <a:cubicBezTo>
                  <a:pt x="12441" y="4656"/>
                  <a:pt x="14722" y="5978"/>
                  <a:pt x="15758" y="8340"/>
                </a:cubicBezTo>
                <a:cubicBezTo>
                  <a:pt x="15783" y="8391"/>
                  <a:pt x="15834" y="8416"/>
                  <a:pt x="15885" y="8416"/>
                </a:cubicBezTo>
                <a:lnTo>
                  <a:pt x="15936" y="8416"/>
                </a:lnTo>
                <a:cubicBezTo>
                  <a:pt x="16012" y="8391"/>
                  <a:pt x="16037" y="8289"/>
                  <a:pt x="16012" y="8238"/>
                </a:cubicBezTo>
                <a:cubicBezTo>
                  <a:pt x="14927" y="5777"/>
                  <a:pt x="12542" y="4389"/>
                  <a:pt x="10100" y="4389"/>
                </a:cubicBezTo>
                <a:close/>
                <a:moveTo>
                  <a:pt x="18912" y="5213"/>
                </a:moveTo>
                <a:cubicBezTo>
                  <a:pt x="18887" y="5213"/>
                  <a:pt x="18860" y="5221"/>
                  <a:pt x="18833" y="5239"/>
                </a:cubicBezTo>
                <a:cubicBezTo>
                  <a:pt x="18757" y="5265"/>
                  <a:pt x="18731" y="5366"/>
                  <a:pt x="18782" y="5443"/>
                </a:cubicBezTo>
                <a:cubicBezTo>
                  <a:pt x="19545" y="6866"/>
                  <a:pt x="19951" y="8492"/>
                  <a:pt x="19951" y="10119"/>
                </a:cubicBezTo>
                <a:lnTo>
                  <a:pt x="19951" y="14872"/>
                </a:lnTo>
                <a:cubicBezTo>
                  <a:pt x="19951" y="14961"/>
                  <a:pt x="20021" y="15005"/>
                  <a:pt x="20091" y="15005"/>
                </a:cubicBezTo>
                <a:cubicBezTo>
                  <a:pt x="20161" y="15005"/>
                  <a:pt x="20231" y="14961"/>
                  <a:pt x="20231" y="14872"/>
                </a:cubicBezTo>
                <a:lnTo>
                  <a:pt x="20231" y="10119"/>
                </a:lnTo>
                <a:cubicBezTo>
                  <a:pt x="20231" y="8442"/>
                  <a:pt x="19824" y="6790"/>
                  <a:pt x="19011" y="5290"/>
                </a:cubicBezTo>
                <a:cubicBezTo>
                  <a:pt x="18995" y="5241"/>
                  <a:pt x="18957" y="5213"/>
                  <a:pt x="18912" y="5213"/>
                </a:cubicBezTo>
                <a:close/>
                <a:moveTo>
                  <a:pt x="10116" y="11339"/>
                </a:moveTo>
                <a:cubicBezTo>
                  <a:pt x="10014" y="11339"/>
                  <a:pt x="9963" y="11415"/>
                  <a:pt x="9963" y="11492"/>
                </a:cubicBezTo>
                <a:lnTo>
                  <a:pt x="9963" y="17083"/>
                </a:lnTo>
                <a:cubicBezTo>
                  <a:pt x="9963" y="17159"/>
                  <a:pt x="10014" y="17235"/>
                  <a:pt x="10116" y="17235"/>
                </a:cubicBezTo>
                <a:cubicBezTo>
                  <a:pt x="10192" y="17235"/>
                  <a:pt x="10243" y="17159"/>
                  <a:pt x="10243" y="17083"/>
                </a:cubicBezTo>
                <a:lnTo>
                  <a:pt x="10243" y="11492"/>
                </a:lnTo>
                <a:cubicBezTo>
                  <a:pt x="10243" y="11415"/>
                  <a:pt x="10192" y="11339"/>
                  <a:pt x="10116" y="11339"/>
                </a:cubicBezTo>
                <a:close/>
                <a:moveTo>
                  <a:pt x="3838" y="10678"/>
                </a:moveTo>
                <a:cubicBezTo>
                  <a:pt x="3762" y="10678"/>
                  <a:pt x="3711" y="10729"/>
                  <a:pt x="3711" y="10805"/>
                </a:cubicBezTo>
                <a:lnTo>
                  <a:pt x="3711" y="17286"/>
                </a:lnTo>
                <a:cubicBezTo>
                  <a:pt x="3711" y="17363"/>
                  <a:pt x="3762" y="17439"/>
                  <a:pt x="3838" y="17439"/>
                </a:cubicBezTo>
                <a:cubicBezTo>
                  <a:pt x="3914" y="17439"/>
                  <a:pt x="3965" y="17363"/>
                  <a:pt x="3965" y="17286"/>
                </a:cubicBezTo>
                <a:lnTo>
                  <a:pt x="3965" y="10805"/>
                </a:lnTo>
                <a:cubicBezTo>
                  <a:pt x="3965" y="10729"/>
                  <a:pt x="3914" y="10678"/>
                  <a:pt x="3838" y="10678"/>
                </a:cubicBezTo>
                <a:close/>
                <a:moveTo>
                  <a:pt x="10116" y="6917"/>
                </a:moveTo>
                <a:cubicBezTo>
                  <a:pt x="7904" y="6917"/>
                  <a:pt x="6151" y="8747"/>
                  <a:pt x="6201" y="10958"/>
                </a:cubicBezTo>
                <a:cubicBezTo>
                  <a:pt x="6189" y="11034"/>
                  <a:pt x="6265" y="11072"/>
                  <a:pt x="6341" y="11072"/>
                </a:cubicBezTo>
                <a:cubicBezTo>
                  <a:pt x="6418" y="11072"/>
                  <a:pt x="6494" y="11034"/>
                  <a:pt x="6481" y="10958"/>
                </a:cubicBezTo>
                <a:cubicBezTo>
                  <a:pt x="6481" y="8925"/>
                  <a:pt x="8108" y="7298"/>
                  <a:pt x="10141" y="7298"/>
                </a:cubicBezTo>
                <a:cubicBezTo>
                  <a:pt x="12149" y="7298"/>
                  <a:pt x="13775" y="8925"/>
                  <a:pt x="13775" y="10958"/>
                </a:cubicBezTo>
                <a:lnTo>
                  <a:pt x="13775" y="19396"/>
                </a:lnTo>
                <a:cubicBezTo>
                  <a:pt x="13775" y="19472"/>
                  <a:pt x="13852" y="19523"/>
                  <a:pt x="13902" y="19523"/>
                </a:cubicBezTo>
                <a:lnTo>
                  <a:pt x="13928" y="19523"/>
                </a:lnTo>
                <a:cubicBezTo>
                  <a:pt x="13979" y="19523"/>
                  <a:pt x="14055" y="19472"/>
                  <a:pt x="14055" y="19396"/>
                </a:cubicBezTo>
                <a:lnTo>
                  <a:pt x="14055" y="10958"/>
                </a:lnTo>
                <a:cubicBezTo>
                  <a:pt x="14106" y="8747"/>
                  <a:pt x="12327" y="6917"/>
                  <a:pt x="10116" y="6917"/>
                </a:cubicBezTo>
                <a:close/>
                <a:moveTo>
                  <a:pt x="16419" y="12406"/>
                </a:moveTo>
                <a:cubicBezTo>
                  <a:pt x="16342" y="12406"/>
                  <a:pt x="16266" y="12457"/>
                  <a:pt x="16266" y="12534"/>
                </a:cubicBezTo>
                <a:lnTo>
                  <a:pt x="16266" y="20387"/>
                </a:lnTo>
                <a:cubicBezTo>
                  <a:pt x="16266" y="20463"/>
                  <a:pt x="16342" y="20514"/>
                  <a:pt x="16419" y="20514"/>
                </a:cubicBezTo>
                <a:cubicBezTo>
                  <a:pt x="16495" y="20514"/>
                  <a:pt x="16546" y="20463"/>
                  <a:pt x="16546" y="20387"/>
                </a:cubicBezTo>
                <a:lnTo>
                  <a:pt x="16546" y="12534"/>
                </a:lnTo>
                <a:cubicBezTo>
                  <a:pt x="16546" y="12457"/>
                  <a:pt x="16495" y="12406"/>
                  <a:pt x="16419" y="12406"/>
                </a:cubicBezTo>
                <a:close/>
                <a:moveTo>
                  <a:pt x="10090" y="9617"/>
                </a:moveTo>
                <a:cubicBezTo>
                  <a:pt x="9353" y="9617"/>
                  <a:pt x="8616" y="10106"/>
                  <a:pt x="8616" y="11085"/>
                </a:cubicBezTo>
                <a:lnTo>
                  <a:pt x="8616" y="21836"/>
                </a:lnTo>
                <a:cubicBezTo>
                  <a:pt x="8616" y="22217"/>
                  <a:pt x="8591" y="22624"/>
                  <a:pt x="8565" y="23005"/>
                </a:cubicBezTo>
                <a:cubicBezTo>
                  <a:pt x="8540" y="23081"/>
                  <a:pt x="8591" y="23157"/>
                  <a:pt x="8667" y="23157"/>
                </a:cubicBezTo>
                <a:lnTo>
                  <a:pt x="8692" y="23157"/>
                </a:lnTo>
                <a:cubicBezTo>
                  <a:pt x="8768" y="23157"/>
                  <a:pt x="8819" y="23107"/>
                  <a:pt x="8845" y="23030"/>
                </a:cubicBezTo>
                <a:cubicBezTo>
                  <a:pt x="8870" y="22649"/>
                  <a:pt x="8896" y="22242"/>
                  <a:pt x="8896" y="21836"/>
                </a:cubicBezTo>
                <a:lnTo>
                  <a:pt x="8896" y="11085"/>
                </a:lnTo>
                <a:cubicBezTo>
                  <a:pt x="8896" y="10424"/>
                  <a:pt x="9429" y="9890"/>
                  <a:pt x="10090" y="9890"/>
                </a:cubicBezTo>
                <a:cubicBezTo>
                  <a:pt x="10751" y="9890"/>
                  <a:pt x="11285" y="10424"/>
                  <a:pt x="11285" y="11085"/>
                </a:cubicBezTo>
                <a:lnTo>
                  <a:pt x="11285" y="19599"/>
                </a:lnTo>
                <a:cubicBezTo>
                  <a:pt x="11285" y="19675"/>
                  <a:pt x="11361" y="19752"/>
                  <a:pt x="11437" y="19752"/>
                </a:cubicBezTo>
                <a:cubicBezTo>
                  <a:pt x="11513" y="19726"/>
                  <a:pt x="11564" y="19675"/>
                  <a:pt x="11564" y="19599"/>
                </a:cubicBezTo>
                <a:lnTo>
                  <a:pt x="11564" y="11085"/>
                </a:lnTo>
                <a:cubicBezTo>
                  <a:pt x="11564" y="10106"/>
                  <a:pt x="10827" y="9617"/>
                  <a:pt x="10090" y="9617"/>
                </a:cubicBezTo>
                <a:close/>
                <a:moveTo>
                  <a:pt x="182" y="9987"/>
                </a:moveTo>
                <a:cubicBezTo>
                  <a:pt x="172" y="9987"/>
                  <a:pt x="163" y="9989"/>
                  <a:pt x="153" y="9992"/>
                </a:cubicBezTo>
                <a:cubicBezTo>
                  <a:pt x="76" y="9992"/>
                  <a:pt x="0" y="10043"/>
                  <a:pt x="0" y="10119"/>
                </a:cubicBezTo>
                <a:lnTo>
                  <a:pt x="0" y="18074"/>
                </a:lnTo>
                <a:lnTo>
                  <a:pt x="0" y="22115"/>
                </a:lnTo>
                <a:cubicBezTo>
                  <a:pt x="0" y="22674"/>
                  <a:pt x="51" y="23259"/>
                  <a:pt x="153" y="23818"/>
                </a:cubicBezTo>
                <a:cubicBezTo>
                  <a:pt x="153" y="23894"/>
                  <a:pt x="229" y="23945"/>
                  <a:pt x="280" y="23945"/>
                </a:cubicBezTo>
                <a:lnTo>
                  <a:pt x="305" y="23945"/>
                </a:lnTo>
                <a:cubicBezTo>
                  <a:pt x="381" y="23920"/>
                  <a:pt x="432" y="23844"/>
                  <a:pt x="432" y="23767"/>
                </a:cubicBezTo>
                <a:cubicBezTo>
                  <a:pt x="330" y="23234"/>
                  <a:pt x="280" y="22674"/>
                  <a:pt x="280" y="22115"/>
                </a:cubicBezTo>
                <a:lnTo>
                  <a:pt x="280" y="21937"/>
                </a:lnTo>
                <a:lnTo>
                  <a:pt x="280" y="10119"/>
                </a:lnTo>
                <a:cubicBezTo>
                  <a:pt x="280" y="10053"/>
                  <a:pt x="241" y="9987"/>
                  <a:pt x="182" y="9987"/>
                </a:cubicBezTo>
                <a:close/>
                <a:moveTo>
                  <a:pt x="1318" y="10267"/>
                </a:moveTo>
                <a:cubicBezTo>
                  <a:pt x="1258" y="10267"/>
                  <a:pt x="1220" y="10333"/>
                  <a:pt x="1220" y="10399"/>
                </a:cubicBezTo>
                <a:lnTo>
                  <a:pt x="1220" y="24454"/>
                </a:lnTo>
                <a:cubicBezTo>
                  <a:pt x="1220" y="24530"/>
                  <a:pt x="1271" y="24581"/>
                  <a:pt x="1347" y="24581"/>
                </a:cubicBezTo>
                <a:lnTo>
                  <a:pt x="1347" y="24606"/>
                </a:lnTo>
                <a:cubicBezTo>
                  <a:pt x="1423" y="24606"/>
                  <a:pt x="1500" y="24530"/>
                  <a:pt x="1500" y="24454"/>
                </a:cubicBezTo>
                <a:lnTo>
                  <a:pt x="1500" y="10399"/>
                </a:lnTo>
                <a:cubicBezTo>
                  <a:pt x="1500" y="10333"/>
                  <a:pt x="1442" y="10267"/>
                  <a:pt x="1378" y="10267"/>
                </a:cubicBezTo>
                <a:cubicBezTo>
                  <a:pt x="1367" y="10267"/>
                  <a:pt x="1357" y="10268"/>
                  <a:pt x="1347" y="10272"/>
                </a:cubicBezTo>
                <a:cubicBezTo>
                  <a:pt x="1337" y="10268"/>
                  <a:pt x="1327" y="10267"/>
                  <a:pt x="1318" y="10267"/>
                </a:cubicBezTo>
                <a:close/>
                <a:moveTo>
                  <a:pt x="10135" y="1480"/>
                </a:moveTo>
                <a:cubicBezTo>
                  <a:pt x="7582" y="1480"/>
                  <a:pt x="5096" y="2574"/>
                  <a:pt x="3380" y="4578"/>
                </a:cubicBezTo>
                <a:cubicBezTo>
                  <a:pt x="3329" y="4655"/>
                  <a:pt x="3329" y="4731"/>
                  <a:pt x="3380" y="4782"/>
                </a:cubicBezTo>
                <a:cubicBezTo>
                  <a:pt x="3418" y="4807"/>
                  <a:pt x="3457" y="4820"/>
                  <a:pt x="3492" y="4820"/>
                </a:cubicBezTo>
                <a:cubicBezTo>
                  <a:pt x="3526" y="4820"/>
                  <a:pt x="3558" y="4807"/>
                  <a:pt x="3584" y="4782"/>
                </a:cubicBezTo>
                <a:cubicBezTo>
                  <a:pt x="5262" y="2832"/>
                  <a:pt x="7659" y="1780"/>
                  <a:pt x="10118" y="1780"/>
                </a:cubicBezTo>
                <a:cubicBezTo>
                  <a:pt x="11121" y="1780"/>
                  <a:pt x="12135" y="1955"/>
                  <a:pt x="13115" y="2316"/>
                </a:cubicBezTo>
                <a:cubicBezTo>
                  <a:pt x="16495" y="3562"/>
                  <a:pt x="18757" y="6790"/>
                  <a:pt x="18757" y="10399"/>
                </a:cubicBezTo>
                <a:lnTo>
                  <a:pt x="18757" y="24454"/>
                </a:lnTo>
                <a:cubicBezTo>
                  <a:pt x="18757" y="24530"/>
                  <a:pt x="18808" y="24581"/>
                  <a:pt x="18884" y="24581"/>
                </a:cubicBezTo>
                <a:lnTo>
                  <a:pt x="18884" y="24606"/>
                </a:lnTo>
                <a:cubicBezTo>
                  <a:pt x="18960" y="24606"/>
                  <a:pt x="19036" y="24530"/>
                  <a:pt x="19036" y="24454"/>
                </a:cubicBezTo>
                <a:lnTo>
                  <a:pt x="19036" y="10399"/>
                </a:lnTo>
                <a:cubicBezTo>
                  <a:pt x="19036" y="6663"/>
                  <a:pt x="16724" y="3333"/>
                  <a:pt x="13242" y="2037"/>
                </a:cubicBezTo>
                <a:cubicBezTo>
                  <a:pt x="12227" y="1662"/>
                  <a:pt x="11175" y="1480"/>
                  <a:pt x="10135" y="1480"/>
                </a:cubicBezTo>
                <a:close/>
                <a:moveTo>
                  <a:pt x="10116" y="5900"/>
                </a:moveTo>
                <a:cubicBezTo>
                  <a:pt x="7218" y="5900"/>
                  <a:pt x="4854" y="8238"/>
                  <a:pt x="4854" y="11161"/>
                </a:cubicBezTo>
                <a:lnTo>
                  <a:pt x="4854" y="15075"/>
                </a:lnTo>
                <a:cubicBezTo>
                  <a:pt x="4854" y="15101"/>
                  <a:pt x="4854" y="15101"/>
                  <a:pt x="4854" y="15101"/>
                </a:cubicBezTo>
                <a:lnTo>
                  <a:pt x="4854" y="19167"/>
                </a:lnTo>
                <a:cubicBezTo>
                  <a:pt x="4880" y="21759"/>
                  <a:pt x="3838" y="24276"/>
                  <a:pt x="1982" y="26106"/>
                </a:cubicBezTo>
                <a:cubicBezTo>
                  <a:pt x="1754" y="26334"/>
                  <a:pt x="1525" y="26563"/>
                  <a:pt x="1271" y="26741"/>
                </a:cubicBezTo>
                <a:cubicBezTo>
                  <a:pt x="1220" y="26792"/>
                  <a:pt x="1195" y="26893"/>
                  <a:pt x="1245" y="26944"/>
                </a:cubicBezTo>
                <a:cubicBezTo>
                  <a:pt x="1271" y="26970"/>
                  <a:pt x="1322" y="26995"/>
                  <a:pt x="1372" y="26995"/>
                </a:cubicBezTo>
                <a:cubicBezTo>
                  <a:pt x="1398" y="26995"/>
                  <a:pt x="1423" y="26995"/>
                  <a:pt x="1449" y="26970"/>
                </a:cubicBezTo>
                <a:cubicBezTo>
                  <a:pt x="1703" y="26766"/>
                  <a:pt x="1932" y="26538"/>
                  <a:pt x="2186" y="26309"/>
                </a:cubicBezTo>
                <a:cubicBezTo>
                  <a:pt x="4016" y="24454"/>
                  <a:pt x="5083" y="21988"/>
                  <a:pt x="5134" y="19370"/>
                </a:cubicBezTo>
                <a:lnTo>
                  <a:pt x="5134" y="19167"/>
                </a:lnTo>
                <a:lnTo>
                  <a:pt x="5134" y="15126"/>
                </a:lnTo>
                <a:cubicBezTo>
                  <a:pt x="5134" y="15101"/>
                  <a:pt x="5134" y="15101"/>
                  <a:pt x="5134" y="15075"/>
                </a:cubicBezTo>
                <a:lnTo>
                  <a:pt x="5134" y="11161"/>
                </a:lnTo>
                <a:cubicBezTo>
                  <a:pt x="5058" y="8340"/>
                  <a:pt x="7320" y="6027"/>
                  <a:pt x="10116" y="6027"/>
                </a:cubicBezTo>
                <a:cubicBezTo>
                  <a:pt x="12937" y="6027"/>
                  <a:pt x="15173" y="8340"/>
                  <a:pt x="15122" y="11161"/>
                </a:cubicBezTo>
                <a:lnTo>
                  <a:pt x="15122" y="19370"/>
                </a:lnTo>
                <a:cubicBezTo>
                  <a:pt x="15110" y="19447"/>
                  <a:pt x="15180" y="19485"/>
                  <a:pt x="15250" y="19485"/>
                </a:cubicBezTo>
                <a:cubicBezTo>
                  <a:pt x="15319" y="19485"/>
                  <a:pt x="15389" y="19447"/>
                  <a:pt x="15377" y="19370"/>
                </a:cubicBezTo>
                <a:lnTo>
                  <a:pt x="15377" y="11161"/>
                </a:lnTo>
                <a:cubicBezTo>
                  <a:pt x="15377" y="8238"/>
                  <a:pt x="13038" y="5900"/>
                  <a:pt x="10116" y="5900"/>
                </a:cubicBezTo>
                <a:close/>
                <a:moveTo>
                  <a:pt x="20104" y="22547"/>
                </a:moveTo>
                <a:cubicBezTo>
                  <a:pt x="20002" y="22547"/>
                  <a:pt x="19951" y="22598"/>
                  <a:pt x="19951" y="22674"/>
                </a:cubicBezTo>
                <a:cubicBezTo>
                  <a:pt x="19875" y="24123"/>
                  <a:pt x="19469" y="25521"/>
                  <a:pt x="18757" y="26792"/>
                </a:cubicBezTo>
                <a:cubicBezTo>
                  <a:pt x="18731" y="26868"/>
                  <a:pt x="18757" y="26944"/>
                  <a:pt x="18833" y="26995"/>
                </a:cubicBezTo>
                <a:cubicBezTo>
                  <a:pt x="18833" y="26995"/>
                  <a:pt x="18859" y="27021"/>
                  <a:pt x="18884" y="27021"/>
                </a:cubicBezTo>
                <a:cubicBezTo>
                  <a:pt x="18935" y="27021"/>
                  <a:pt x="18986" y="26970"/>
                  <a:pt x="19011" y="26944"/>
                </a:cubicBezTo>
                <a:cubicBezTo>
                  <a:pt x="19723" y="25623"/>
                  <a:pt x="20129" y="24174"/>
                  <a:pt x="20231" y="22700"/>
                </a:cubicBezTo>
                <a:cubicBezTo>
                  <a:pt x="20231" y="22598"/>
                  <a:pt x="20180" y="22547"/>
                  <a:pt x="20104" y="22547"/>
                </a:cubicBezTo>
                <a:close/>
                <a:moveTo>
                  <a:pt x="6329" y="19726"/>
                </a:moveTo>
                <a:cubicBezTo>
                  <a:pt x="6252" y="19726"/>
                  <a:pt x="6176" y="19777"/>
                  <a:pt x="6176" y="19853"/>
                </a:cubicBezTo>
                <a:lnTo>
                  <a:pt x="6176" y="20031"/>
                </a:lnTo>
                <a:cubicBezTo>
                  <a:pt x="6176" y="22649"/>
                  <a:pt x="5159" y="25140"/>
                  <a:pt x="3304" y="26995"/>
                </a:cubicBezTo>
                <a:cubicBezTo>
                  <a:pt x="2923" y="27376"/>
                  <a:pt x="2516" y="27707"/>
                  <a:pt x="2084" y="28037"/>
                </a:cubicBezTo>
                <a:cubicBezTo>
                  <a:pt x="2008" y="28063"/>
                  <a:pt x="2008" y="28164"/>
                  <a:pt x="2059" y="28215"/>
                </a:cubicBezTo>
                <a:cubicBezTo>
                  <a:pt x="2084" y="28266"/>
                  <a:pt x="2110" y="28266"/>
                  <a:pt x="2160" y="28291"/>
                </a:cubicBezTo>
                <a:cubicBezTo>
                  <a:pt x="2186" y="28266"/>
                  <a:pt x="2211" y="28266"/>
                  <a:pt x="2237" y="28266"/>
                </a:cubicBezTo>
                <a:cubicBezTo>
                  <a:pt x="2694" y="27936"/>
                  <a:pt x="3101" y="27580"/>
                  <a:pt x="3507" y="27198"/>
                </a:cubicBezTo>
                <a:cubicBezTo>
                  <a:pt x="5414" y="25292"/>
                  <a:pt x="6481" y="22725"/>
                  <a:pt x="6481" y="20031"/>
                </a:cubicBezTo>
                <a:lnTo>
                  <a:pt x="6456" y="20031"/>
                </a:lnTo>
                <a:lnTo>
                  <a:pt x="6456" y="19853"/>
                </a:lnTo>
                <a:cubicBezTo>
                  <a:pt x="6456" y="19777"/>
                  <a:pt x="6405" y="19726"/>
                  <a:pt x="6329" y="19726"/>
                </a:cubicBezTo>
                <a:close/>
                <a:moveTo>
                  <a:pt x="10166" y="2910"/>
                </a:moveTo>
                <a:cubicBezTo>
                  <a:pt x="6288" y="2910"/>
                  <a:pt x="2567" y="5919"/>
                  <a:pt x="2567" y="10475"/>
                </a:cubicBezTo>
                <a:lnTo>
                  <a:pt x="2567" y="22344"/>
                </a:lnTo>
                <a:cubicBezTo>
                  <a:pt x="2580" y="22420"/>
                  <a:pt x="2643" y="22458"/>
                  <a:pt x="2707" y="22458"/>
                </a:cubicBezTo>
                <a:cubicBezTo>
                  <a:pt x="2770" y="22458"/>
                  <a:pt x="2834" y="22420"/>
                  <a:pt x="2847" y="22344"/>
                </a:cubicBezTo>
                <a:lnTo>
                  <a:pt x="2847" y="10475"/>
                </a:lnTo>
                <a:cubicBezTo>
                  <a:pt x="2770" y="6383"/>
                  <a:pt x="6049" y="3053"/>
                  <a:pt x="10116" y="3053"/>
                </a:cubicBezTo>
                <a:cubicBezTo>
                  <a:pt x="14182" y="3053"/>
                  <a:pt x="17461" y="6383"/>
                  <a:pt x="17384" y="10475"/>
                </a:cubicBezTo>
                <a:lnTo>
                  <a:pt x="17384" y="27071"/>
                </a:lnTo>
                <a:cubicBezTo>
                  <a:pt x="17384" y="27707"/>
                  <a:pt x="17334" y="28342"/>
                  <a:pt x="17207" y="28952"/>
                </a:cubicBezTo>
                <a:cubicBezTo>
                  <a:pt x="17181" y="29028"/>
                  <a:pt x="17232" y="29105"/>
                  <a:pt x="17308" y="29130"/>
                </a:cubicBezTo>
                <a:lnTo>
                  <a:pt x="17334" y="29130"/>
                </a:lnTo>
                <a:cubicBezTo>
                  <a:pt x="17410" y="29105"/>
                  <a:pt x="17461" y="29079"/>
                  <a:pt x="17486" y="29003"/>
                </a:cubicBezTo>
                <a:cubicBezTo>
                  <a:pt x="17613" y="28368"/>
                  <a:pt x="17664" y="27732"/>
                  <a:pt x="17664" y="27071"/>
                </a:cubicBezTo>
                <a:lnTo>
                  <a:pt x="17664" y="10475"/>
                </a:lnTo>
                <a:cubicBezTo>
                  <a:pt x="17664" y="8467"/>
                  <a:pt x="16876" y="6535"/>
                  <a:pt x="15453" y="5138"/>
                </a:cubicBezTo>
                <a:cubicBezTo>
                  <a:pt x="13915" y="3599"/>
                  <a:pt x="12022" y="2910"/>
                  <a:pt x="10166" y="2910"/>
                </a:cubicBezTo>
                <a:close/>
                <a:moveTo>
                  <a:pt x="10065" y="8086"/>
                </a:moveTo>
                <a:cubicBezTo>
                  <a:pt x="8463" y="8086"/>
                  <a:pt x="7218" y="9458"/>
                  <a:pt x="7371" y="11034"/>
                </a:cubicBezTo>
                <a:lnTo>
                  <a:pt x="7371" y="16981"/>
                </a:lnTo>
                <a:lnTo>
                  <a:pt x="7371" y="17007"/>
                </a:lnTo>
                <a:lnTo>
                  <a:pt x="7371" y="21073"/>
                </a:lnTo>
                <a:cubicBezTo>
                  <a:pt x="7371" y="23666"/>
                  <a:pt x="6329" y="26182"/>
                  <a:pt x="4473" y="28012"/>
                </a:cubicBezTo>
                <a:cubicBezTo>
                  <a:pt x="4067" y="28444"/>
                  <a:pt x="3609" y="28800"/>
                  <a:pt x="3126" y="29155"/>
                </a:cubicBezTo>
                <a:cubicBezTo>
                  <a:pt x="3050" y="29206"/>
                  <a:pt x="3024" y="29283"/>
                  <a:pt x="3075" y="29359"/>
                </a:cubicBezTo>
                <a:cubicBezTo>
                  <a:pt x="3101" y="29384"/>
                  <a:pt x="3152" y="29410"/>
                  <a:pt x="3202" y="29410"/>
                </a:cubicBezTo>
                <a:cubicBezTo>
                  <a:pt x="3228" y="29410"/>
                  <a:pt x="3253" y="29410"/>
                  <a:pt x="3279" y="29384"/>
                </a:cubicBezTo>
                <a:cubicBezTo>
                  <a:pt x="5998" y="27503"/>
                  <a:pt x="7625" y="24377"/>
                  <a:pt x="7650" y="21073"/>
                </a:cubicBezTo>
                <a:lnTo>
                  <a:pt x="7599" y="21073"/>
                </a:lnTo>
                <a:lnTo>
                  <a:pt x="7599" y="17032"/>
                </a:lnTo>
                <a:lnTo>
                  <a:pt x="7599" y="17007"/>
                </a:lnTo>
                <a:lnTo>
                  <a:pt x="7599" y="11034"/>
                </a:lnTo>
                <a:cubicBezTo>
                  <a:pt x="7650" y="9712"/>
                  <a:pt x="8743" y="8670"/>
                  <a:pt x="10039" y="8670"/>
                </a:cubicBezTo>
                <a:cubicBezTo>
                  <a:pt x="11361" y="8670"/>
                  <a:pt x="12428" y="9712"/>
                  <a:pt x="12479" y="11034"/>
                </a:cubicBezTo>
                <a:lnTo>
                  <a:pt x="12479" y="19218"/>
                </a:lnTo>
                <a:lnTo>
                  <a:pt x="12479" y="19243"/>
                </a:lnTo>
                <a:lnTo>
                  <a:pt x="12479" y="23284"/>
                </a:lnTo>
                <a:cubicBezTo>
                  <a:pt x="12479" y="25674"/>
                  <a:pt x="11996" y="27554"/>
                  <a:pt x="10980" y="29181"/>
                </a:cubicBezTo>
                <a:cubicBezTo>
                  <a:pt x="10929" y="29257"/>
                  <a:pt x="10954" y="29333"/>
                  <a:pt x="11005" y="29384"/>
                </a:cubicBezTo>
                <a:cubicBezTo>
                  <a:pt x="11030" y="29410"/>
                  <a:pt x="11056" y="29410"/>
                  <a:pt x="11081" y="29410"/>
                </a:cubicBezTo>
                <a:cubicBezTo>
                  <a:pt x="11132" y="29410"/>
                  <a:pt x="11183" y="29384"/>
                  <a:pt x="11208" y="29333"/>
                </a:cubicBezTo>
                <a:cubicBezTo>
                  <a:pt x="12276" y="27656"/>
                  <a:pt x="12759" y="25750"/>
                  <a:pt x="12759" y="23310"/>
                </a:cubicBezTo>
                <a:lnTo>
                  <a:pt x="12759" y="19243"/>
                </a:lnTo>
                <a:lnTo>
                  <a:pt x="12759" y="19218"/>
                </a:lnTo>
                <a:lnTo>
                  <a:pt x="12759" y="11034"/>
                </a:lnTo>
                <a:cubicBezTo>
                  <a:pt x="12886" y="9458"/>
                  <a:pt x="11640" y="8086"/>
                  <a:pt x="10065" y="8086"/>
                </a:cubicBezTo>
                <a:close/>
                <a:moveTo>
                  <a:pt x="5820" y="28736"/>
                </a:moveTo>
                <a:cubicBezTo>
                  <a:pt x="5782" y="28736"/>
                  <a:pt x="5744" y="28749"/>
                  <a:pt x="5719" y="28774"/>
                </a:cubicBezTo>
                <a:cubicBezTo>
                  <a:pt x="5261" y="29257"/>
                  <a:pt x="4727" y="29689"/>
                  <a:pt x="4168" y="30045"/>
                </a:cubicBezTo>
                <a:cubicBezTo>
                  <a:pt x="4041" y="30121"/>
                  <a:pt x="4092" y="30325"/>
                  <a:pt x="4244" y="30325"/>
                </a:cubicBezTo>
                <a:cubicBezTo>
                  <a:pt x="4270" y="30325"/>
                  <a:pt x="4295" y="30299"/>
                  <a:pt x="4321" y="30299"/>
                </a:cubicBezTo>
                <a:cubicBezTo>
                  <a:pt x="4905" y="29918"/>
                  <a:pt x="5439" y="29460"/>
                  <a:pt x="5922" y="28978"/>
                </a:cubicBezTo>
                <a:cubicBezTo>
                  <a:pt x="5998" y="28927"/>
                  <a:pt x="5998" y="28825"/>
                  <a:pt x="5947" y="28774"/>
                </a:cubicBezTo>
                <a:lnTo>
                  <a:pt x="5922" y="28774"/>
                </a:lnTo>
                <a:cubicBezTo>
                  <a:pt x="5896" y="28749"/>
                  <a:pt x="5858" y="28736"/>
                  <a:pt x="5820" y="28736"/>
                </a:cubicBezTo>
                <a:close/>
                <a:moveTo>
                  <a:pt x="10128" y="18500"/>
                </a:moveTo>
                <a:cubicBezTo>
                  <a:pt x="10065" y="18500"/>
                  <a:pt x="10001" y="18544"/>
                  <a:pt x="9988" y="18633"/>
                </a:cubicBezTo>
                <a:lnTo>
                  <a:pt x="9988" y="22674"/>
                </a:lnTo>
                <a:cubicBezTo>
                  <a:pt x="9988" y="25292"/>
                  <a:pt x="8946" y="27783"/>
                  <a:pt x="7091" y="29638"/>
                </a:cubicBezTo>
                <a:cubicBezTo>
                  <a:pt x="6634" y="30121"/>
                  <a:pt x="6125" y="30528"/>
                  <a:pt x="5566" y="30909"/>
                </a:cubicBezTo>
                <a:cubicBezTo>
                  <a:pt x="5490" y="30960"/>
                  <a:pt x="5464" y="31036"/>
                  <a:pt x="5515" y="31113"/>
                </a:cubicBezTo>
                <a:cubicBezTo>
                  <a:pt x="5547" y="31144"/>
                  <a:pt x="5588" y="31166"/>
                  <a:pt x="5633" y="31166"/>
                </a:cubicBezTo>
                <a:cubicBezTo>
                  <a:pt x="5660" y="31166"/>
                  <a:pt x="5689" y="31157"/>
                  <a:pt x="5719" y="31138"/>
                </a:cubicBezTo>
                <a:cubicBezTo>
                  <a:pt x="6278" y="30757"/>
                  <a:pt x="6811" y="30325"/>
                  <a:pt x="7294" y="29842"/>
                </a:cubicBezTo>
                <a:cubicBezTo>
                  <a:pt x="9201" y="27936"/>
                  <a:pt x="10268" y="25369"/>
                  <a:pt x="10268" y="22674"/>
                </a:cubicBezTo>
                <a:lnTo>
                  <a:pt x="10268" y="18633"/>
                </a:lnTo>
                <a:cubicBezTo>
                  <a:pt x="10255" y="18544"/>
                  <a:pt x="10192" y="18500"/>
                  <a:pt x="10128" y="18500"/>
                </a:cubicBezTo>
                <a:close/>
                <a:moveTo>
                  <a:pt x="13902" y="20387"/>
                </a:moveTo>
                <a:cubicBezTo>
                  <a:pt x="13826" y="20387"/>
                  <a:pt x="13775" y="20438"/>
                  <a:pt x="13775" y="20514"/>
                </a:cubicBezTo>
                <a:lnTo>
                  <a:pt x="13775" y="24555"/>
                </a:lnTo>
                <a:cubicBezTo>
                  <a:pt x="13775" y="27173"/>
                  <a:pt x="12733" y="29689"/>
                  <a:pt x="10903" y="31519"/>
                </a:cubicBezTo>
                <a:cubicBezTo>
                  <a:pt x="10751" y="31672"/>
                  <a:pt x="10598" y="31799"/>
                  <a:pt x="10446" y="31951"/>
                </a:cubicBezTo>
                <a:cubicBezTo>
                  <a:pt x="10364" y="31953"/>
                  <a:pt x="10283" y="31954"/>
                  <a:pt x="10201" y="31954"/>
                </a:cubicBezTo>
                <a:cubicBezTo>
                  <a:pt x="9143" y="31954"/>
                  <a:pt x="8108" y="31801"/>
                  <a:pt x="7116" y="31494"/>
                </a:cubicBezTo>
                <a:cubicBezTo>
                  <a:pt x="7599" y="31138"/>
                  <a:pt x="8057" y="30757"/>
                  <a:pt x="8489" y="30350"/>
                </a:cubicBezTo>
                <a:cubicBezTo>
                  <a:pt x="10395" y="28469"/>
                  <a:pt x="11463" y="25877"/>
                  <a:pt x="11437" y="23208"/>
                </a:cubicBezTo>
                <a:cubicBezTo>
                  <a:pt x="11437" y="23132"/>
                  <a:pt x="11386" y="23056"/>
                  <a:pt x="11310" y="23056"/>
                </a:cubicBezTo>
                <a:cubicBezTo>
                  <a:pt x="11234" y="23056"/>
                  <a:pt x="11158" y="23132"/>
                  <a:pt x="11158" y="23208"/>
                </a:cubicBezTo>
                <a:cubicBezTo>
                  <a:pt x="11183" y="25801"/>
                  <a:pt x="10141" y="28317"/>
                  <a:pt x="8286" y="30147"/>
                </a:cubicBezTo>
                <a:cubicBezTo>
                  <a:pt x="7828" y="30604"/>
                  <a:pt x="7320" y="31011"/>
                  <a:pt x="6786" y="31367"/>
                </a:cubicBezTo>
                <a:cubicBezTo>
                  <a:pt x="6735" y="31417"/>
                  <a:pt x="6684" y="31443"/>
                  <a:pt x="6634" y="31494"/>
                </a:cubicBezTo>
                <a:cubicBezTo>
                  <a:pt x="6608" y="31519"/>
                  <a:pt x="6608" y="31570"/>
                  <a:pt x="6634" y="31595"/>
                </a:cubicBezTo>
                <a:cubicBezTo>
                  <a:pt x="6659" y="31646"/>
                  <a:pt x="6786" y="31672"/>
                  <a:pt x="6837" y="31697"/>
                </a:cubicBezTo>
                <a:lnTo>
                  <a:pt x="6888" y="31697"/>
                </a:lnTo>
                <a:cubicBezTo>
                  <a:pt x="7447" y="31875"/>
                  <a:pt x="8006" y="32002"/>
                  <a:pt x="8591" y="32104"/>
                </a:cubicBezTo>
                <a:cubicBezTo>
                  <a:pt x="9099" y="32180"/>
                  <a:pt x="9607" y="32205"/>
                  <a:pt x="10141" y="32205"/>
                </a:cubicBezTo>
                <a:lnTo>
                  <a:pt x="10497" y="32205"/>
                </a:lnTo>
                <a:cubicBezTo>
                  <a:pt x="12428" y="32155"/>
                  <a:pt x="14284" y="31519"/>
                  <a:pt x="15885" y="30426"/>
                </a:cubicBezTo>
                <a:cubicBezTo>
                  <a:pt x="15936" y="30426"/>
                  <a:pt x="15987" y="30401"/>
                  <a:pt x="16012" y="30325"/>
                </a:cubicBezTo>
                <a:cubicBezTo>
                  <a:pt x="16368" y="29283"/>
                  <a:pt x="16546" y="28190"/>
                  <a:pt x="16546" y="27071"/>
                </a:cubicBezTo>
                <a:lnTo>
                  <a:pt x="16546" y="21200"/>
                </a:lnTo>
                <a:cubicBezTo>
                  <a:pt x="16546" y="21124"/>
                  <a:pt x="16495" y="21048"/>
                  <a:pt x="16419" y="21048"/>
                </a:cubicBezTo>
                <a:cubicBezTo>
                  <a:pt x="16342" y="21048"/>
                  <a:pt x="16266" y="21124"/>
                  <a:pt x="16266" y="21200"/>
                </a:cubicBezTo>
                <a:lnTo>
                  <a:pt x="16266" y="27071"/>
                </a:lnTo>
                <a:cubicBezTo>
                  <a:pt x="16266" y="28113"/>
                  <a:pt x="16114" y="29155"/>
                  <a:pt x="15783" y="30172"/>
                </a:cubicBezTo>
                <a:lnTo>
                  <a:pt x="15732" y="30172"/>
                </a:lnTo>
                <a:cubicBezTo>
                  <a:pt x="15021" y="30655"/>
                  <a:pt x="14258" y="31062"/>
                  <a:pt x="13445" y="31341"/>
                </a:cubicBezTo>
                <a:cubicBezTo>
                  <a:pt x="14716" y="29613"/>
                  <a:pt x="15377" y="27529"/>
                  <a:pt x="15402" y="25394"/>
                </a:cubicBezTo>
                <a:lnTo>
                  <a:pt x="15402" y="21353"/>
                </a:lnTo>
                <a:cubicBezTo>
                  <a:pt x="15402" y="21264"/>
                  <a:pt x="15332" y="21219"/>
                  <a:pt x="15262" y="21219"/>
                </a:cubicBezTo>
                <a:cubicBezTo>
                  <a:pt x="15192" y="21219"/>
                  <a:pt x="15122" y="21264"/>
                  <a:pt x="15122" y="21353"/>
                </a:cubicBezTo>
                <a:lnTo>
                  <a:pt x="15122" y="25394"/>
                </a:lnTo>
                <a:cubicBezTo>
                  <a:pt x="15097" y="27631"/>
                  <a:pt x="14360" y="29765"/>
                  <a:pt x="12987" y="31519"/>
                </a:cubicBezTo>
                <a:cubicBezTo>
                  <a:pt x="12301" y="31722"/>
                  <a:pt x="11590" y="31850"/>
                  <a:pt x="10878" y="31900"/>
                </a:cubicBezTo>
                <a:cubicBezTo>
                  <a:pt x="10954" y="31850"/>
                  <a:pt x="11030" y="31773"/>
                  <a:pt x="11081" y="31697"/>
                </a:cubicBezTo>
                <a:cubicBezTo>
                  <a:pt x="12987" y="29816"/>
                  <a:pt x="14055" y="27224"/>
                  <a:pt x="14055" y="24555"/>
                </a:cubicBezTo>
                <a:lnTo>
                  <a:pt x="14055" y="20514"/>
                </a:lnTo>
                <a:cubicBezTo>
                  <a:pt x="14055" y="20438"/>
                  <a:pt x="13979" y="20387"/>
                  <a:pt x="13902" y="20387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EBCCFE8-1E24-41AA-B0DF-98A83D2DE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241" y="226453"/>
            <a:ext cx="1413425" cy="1050953"/>
          </a:xfrm>
          <a:prstGeom prst="rect">
            <a:avLst/>
          </a:prstGeom>
        </p:spPr>
      </p:pic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2802466" y="158497"/>
            <a:ext cx="3901108" cy="15771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/>
              <a:t>Equipe</a:t>
            </a:r>
            <a:br>
              <a:rPr lang="pt-BR" dirty="0"/>
            </a:b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3EF7E41-B915-4D56-BE71-F4992571EFC7}"/>
              </a:ext>
            </a:extLst>
          </p:cNvPr>
          <p:cNvSpPr txBox="1"/>
          <p:nvPr/>
        </p:nvSpPr>
        <p:spPr>
          <a:xfrm>
            <a:off x="5444066" y="1504832"/>
            <a:ext cx="19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Guilherme</a:t>
            </a:r>
            <a:r>
              <a:rPr lang="pt-BR" sz="2400" dirty="0"/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EFFFE3-03D7-4504-888C-8F120890C667}"/>
              </a:ext>
            </a:extLst>
          </p:cNvPr>
          <p:cNvSpPr txBox="1"/>
          <p:nvPr/>
        </p:nvSpPr>
        <p:spPr>
          <a:xfrm>
            <a:off x="1176867" y="1572051"/>
            <a:ext cx="1507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Alex</a:t>
            </a:r>
            <a:r>
              <a:rPr lang="pt-BR" sz="2400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E3C446-2741-4E62-81C7-BC1B6A32DDCB}"/>
              </a:ext>
            </a:extLst>
          </p:cNvPr>
          <p:cNvSpPr txBox="1"/>
          <p:nvPr/>
        </p:nvSpPr>
        <p:spPr>
          <a:xfrm>
            <a:off x="1109134" y="3315502"/>
            <a:ext cx="2531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Gabrielle</a:t>
            </a:r>
            <a:r>
              <a:rPr lang="pt-BR" sz="2400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8CF1FC3-DE8A-47A4-83BA-0289579D2180}"/>
              </a:ext>
            </a:extLst>
          </p:cNvPr>
          <p:cNvSpPr txBox="1"/>
          <p:nvPr/>
        </p:nvSpPr>
        <p:spPr>
          <a:xfrm>
            <a:off x="5444067" y="3315503"/>
            <a:ext cx="1507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Lincoln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8485049"/>
      </p:ext>
    </p:extLst>
  </p:cSld>
  <p:clrMapOvr>
    <a:masterClrMapping/>
  </p:clrMapOvr>
</p:sld>
</file>

<file path=ppt/theme/theme1.xml><?xml version="1.0" encoding="utf-8"?>
<a:theme xmlns:a="http://schemas.openxmlformats.org/drawingml/2006/main" name="2077 Futuristic City by Slidesgo">
  <a:themeElements>
    <a:clrScheme name="Simple Light">
      <a:dk1>
        <a:srgbClr val="FFFFFF"/>
      </a:dk1>
      <a:lt1>
        <a:srgbClr val="12151D"/>
      </a:lt1>
      <a:dk2>
        <a:srgbClr val="FFFFFF"/>
      </a:dk2>
      <a:lt2>
        <a:srgbClr val="12151D"/>
      </a:lt2>
      <a:accent1>
        <a:srgbClr val="28FCFF"/>
      </a:accent1>
      <a:accent2>
        <a:srgbClr val="847A00"/>
      </a:accent2>
      <a:accent3>
        <a:srgbClr val="F8FF00"/>
      </a:accent3>
      <a:accent4>
        <a:srgbClr val="F8FF00"/>
      </a:accent4>
      <a:accent5>
        <a:srgbClr val="FF3D49"/>
      </a:accent5>
      <a:accent6>
        <a:srgbClr val="00D1D4"/>
      </a:accent6>
      <a:hlink>
        <a:srgbClr val="1215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280</Words>
  <Application>Microsoft Office PowerPoint</Application>
  <PresentationFormat>Apresentação na tela (16:9)</PresentationFormat>
  <Paragraphs>28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Audiowide</vt:lpstr>
      <vt:lpstr>Livvic</vt:lpstr>
      <vt:lpstr>Roboto Condensed Light</vt:lpstr>
      <vt:lpstr>Space Grotesk</vt:lpstr>
      <vt:lpstr>2077 Futuristic City by Slidesgo</vt:lpstr>
      <vt:lpstr>ParkPie</vt:lpstr>
      <vt:lpstr>Visão Geral</vt:lpstr>
      <vt:lpstr>Protótipo</vt:lpstr>
      <vt:lpstr>Plano de Desenvolvimento </vt:lpstr>
      <vt:lpstr>Resultados Esperados</vt:lpstr>
      <vt:lpstr>Equipe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ParkPie</dc:title>
  <dc:creator>GABRIELLE PEDROSO AZEVEDO</dc:creator>
  <cp:lastModifiedBy>GABRIELLE PEDROSO AZEVEDO</cp:lastModifiedBy>
  <cp:revision>6</cp:revision>
  <dcterms:modified xsi:type="dcterms:W3CDTF">2022-05-31T22:43:10Z</dcterms:modified>
</cp:coreProperties>
</file>